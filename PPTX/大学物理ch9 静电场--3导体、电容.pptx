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473" r:id="rId2"/>
    <p:sldId id="474" r:id="rId3"/>
    <p:sldId id="475" r:id="rId4"/>
    <p:sldId id="476" r:id="rId5"/>
    <p:sldId id="477" r:id="rId6"/>
    <p:sldId id="478" r:id="rId7"/>
    <p:sldId id="479" r:id="rId8"/>
    <p:sldId id="480" r:id="rId9"/>
    <p:sldId id="481" r:id="rId10"/>
    <p:sldId id="497" r:id="rId11"/>
    <p:sldId id="482" r:id="rId12"/>
    <p:sldId id="483" r:id="rId13"/>
    <p:sldId id="484" r:id="rId14"/>
    <p:sldId id="485" r:id="rId15"/>
    <p:sldId id="486" r:id="rId16"/>
    <p:sldId id="487" r:id="rId17"/>
    <p:sldId id="488" r:id="rId18"/>
    <p:sldId id="489" r:id="rId19"/>
    <p:sldId id="490" r:id="rId20"/>
    <p:sldId id="491" r:id="rId21"/>
    <p:sldId id="492" r:id="rId22"/>
    <p:sldId id="493" r:id="rId23"/>
    <p:sldId id="494" r:id="rId24"/>
    <p:sldId id="495" r:id="rId25"/>
    <p:sldId id="471" r:id="rId26"/>
    <p:sldId id="472" r:id="rId27"/>
    <p:sldId id="496" r:id="rId28"/>
    <p:sldId id="411" r:id="rId29"/>
    <p:sldId id="412" r:id="rId30"/>
    <p:sldId id="413" r:id="rId31"/>
    <p:sldId id="455" r:id="rId32"/>
    <p:sldId id="454" r:id="rId33"/>
    <p:sldId id="456" r:id="rId34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36">
          <p15:clr>
            <a:srgbClr val="A4A3A4"/>
          </p15:clr>
        </p15:guide>
        <p15:guide id="2" pos="469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  <a:srgbClr val="000066"/>
    <a:srgbClr val="0000CC"/>
    <a:srgbClr val="080808"/>
    <a:srgbClr val="000000"/>
    <a:srgbClr val="FFCCFF"/>
    <a:srgbClr val="0033CC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683" autoAdjust="0"/>
  </p:normalViewPr>
  <p:slideViewPr>
    <p:cSldViewPr>
      <p:cViewPr varScale="1">
        <p:scale>
          <a:sx n="113" d="100"/>
          <a:sy n="113" d="100"/>
        </p:scale>
        <p:origin x="132" y="96"/>
      </p:cViewPr>
      <p:guideLst>
        <p:guide orient="horz" pos="1836"/>
        <p:guide pos="469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9369318"/>
      </p:ext>
    </p:extLst>
  </p:cSld>
  <p:clrMapOvr>
    <a:masterClrMapping/>
  </p:clrMapOvr>
  <p:transition spd="slow"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5493454"/>
      </p:ext>
    </p:extLst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4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D1D3069D-F3DD-5253-5A85-8B9DA1C2095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45363" y="6675438"/>
            <a:ext cx="395287" cy="127000"/>
          </a:xfrm>
          <a:prstGeom prst="actionButtonBackPrevious">
            <a:avLst/>
          </a:prstGeom>
          <a:gradFill rotWithShape="1">
            <a:gsLst>
              <a:gs pos="0">
                <a:srgbClr val="FFFFFF">
                  <a:alpha val="62000"/>
                </a:srgbClr>
              </a:gs>
              <a:gs pos="100000">
                <a:srgbClr val="336699">
                  <a:alpha val="89000"/>
                </a:srgbClr>
              </a:gs>
            </a:gsLst>
            <a:lin ang="5400000" scaled="1"/>
          </a:gradFill>
          <a:ln w="0">
            <a:solidFill>
              <a:srgbClr val="339966">
                <a:alpha val="52156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AutoShape 5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1AABD0B9-ACBF-C645-9F1C-77BF443EEEE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812088" y="6675438"/>
            <a:ext cx="395287" cy="127000"/>
          </a:xfrm>
          <a:prstGeom prst="actionButtonHome">
            <a:avLst/>
          </a:prstGeom>
          <a:gradFill rotWithShape="1">
            <a:gsLst>
              <a:gs pos="0">
                <a:srgbClr val="FFFFFF">
                  <a:alpha val="62000"/>
                </a:srgbClr>
              </a:gs>
              <a:gs pos="100000">
                <a:srgbClr val="336699">
                  <a:alpha val="89000"/>
                </a:srgbClr>
              </a:gs>
            </a:gsLst>
            <a:lin ang="5400000" scaled="1"/>
          </a:gradFill>
          <a:ln w="0">
            <a:solidFill>
              <a:srgbClr val="339966">
                <a:alpha val="52156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8" name="AutoShape 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25C37044-7BA7-EC9D-D6D0-AA3D671BABA8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280400" y="6675438"/>
            <a:ext cx="395288" cy="127000"/>
          </a:xfrm>
          <a:prstGeom prst="actionButtonForwardNext">
            <a:avLst/>
          </a:prstGeom>
          <a:gradFill rotWithShape="1">
            <a:gsLst>
              <a:gs pos="0">
                <a:srgbClr val="FFFFFF">
                  <a:alpha val="62000"/>
                </a:srgbClr>
              </a:gs>
              <a:gs pos="100000">
                <a:srgbClr val="336699">
                  <a:alpha val="89000"/>
                </a:srgbClr>
              </a:gs>
            </a:gsLst>
            <a:lin ang="5400000" scaled="1"/>
          </a:gradFill>
          <a:ln w="0">
            <a:solidFill>
              <a:srgbClr val="339966">
                <a:alpha val="52156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9" name="Rectangle 10">
            <a:extLst>
              <a:ext uri="{FF2B5EF4-FFF2-40B4-BE49-F238E27FC236}">
                <a16:creationId xmlns:a16="http://schemas.microsoft.com/office/drawing/2014/main" id="{480AD271-9AD8-9F9D-89B6-1943C8E08C4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6013" y="3495675"/>
            <a:ext cx="7777162" cy="438150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defRPr/>
            </a:pPr>
            <a:endParaRPr lang="zh-CN" altLang="en-US" sz="800">
              <a:latin typeface="Times New Roman" panose="02020603050405020304" pitchFamily="18" charset="0"/>
            </a:endParaRPr>
          </a:p>
        </p:txBody>
      </p:sp>
      <p:grpSp>
        <p:nvGrpSpPr>
          <p:cNvPr id="1030" name="Group 25">
            <a:extLst>
              <a:ext uri="{FF2B5EF4-FFF2-40B4-BE49-F238E27FC236}">
                <a16:creationId xmlns:a16="http://schemas.microsoft.com/office/drawing/2014/main" id="{37BCDF69-9249-F625-8ABE-0F27E36D0B0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938" y="6604000"/>
            <a:ext cx="9086850" cy="4763"/>
            <a:chOff x="-23" y="4160"/>
            <a:chExt cx="5783" cy="3"/>
          </a:xfrm>
        </p:grpSpPr>
        <p:sp>
          <p:nvSpPr>
            <p:cNvPr id="1031" name="Line 7">
              <a:extLst>
                <a:ext uri="{FF2B5EF4-FFF2-40B4-BE49-F238E27FC236}">
                  <a16:creationId xmlns:a16="http://schemas.microsoft.com/office/drawing/2014/main" id="{B17433F4-BA22-3471-106B-DB769A06EC6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-23" y="4163"/>
              <a:ext cx="5783" cy="0"/>
            </a:xfrm>
            <a:prstGeom prst="line">
              <a:avLst/>
            </a:prstGeom>
            <a:noFill/>
            <a:ln w="3175">
              <a:solidFill>
                <a:srgbClr val="B2B2B2">
                  <a:alpha val="89803"/>
                </a:srgb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" name="Line 6">
              <a:extLst>
                <a:ext uri="{FF2B5EF4-FFF2-40B4-BE49-F238E27FC236}">
                  <a16:creationId xmlns:a16="http://schemas.microsoft.com/office/drawing/2014/main" id="{A29827A4-0087-7A8E-789F-5A5AC5032A98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0" y="4160"/>
              <a:ext cx="5760" cy="0"/>
            </a:xfrm>
            <a:prstGeom prst="line">
              <a:avLst/>
            </a:prstGeom>
            <a:noFill/>
            <a:ln w="6350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</p:sldLayoutIdLst>
  <p:transition spd="slow">
    <p:wipe dir="d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3.emf"/><Relationship Id="rId7" Type="http://schemas.openxmlformats.org/officeDocument/2006/relationships/image" Target="../media/image5.emf"/><Relationship Id="rId12" Type="http://schemas.openxmlformats.org/officeDocument/2006/relationships/image" Target="../media/image8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7.emf"/><Relationship Id="rId5" Type="http://schemas.openxmlformats.org/officeDocument/2006/relationships/image" Target="../media/image4.e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image" Target="../media/image10.png"/><Relationship Id="rId7" Type="http://schemas.openxmlformats.org/officeDocument/2006/relationships/image" Target="../media/image12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14.emf"/><Relationship Id="rId5" Type="http://schemas.openxmlformats.org/officeDocument/2006/relationships/image" Target="../media/image11.emf"/><Relationship Id="rId10" Type="http://schemas.openxmlformats.org/officeDocument/2006/relationships/oleObject" Target="../embeddings/oleObject9.bin"/><Relationship Id="rId4" Type="http://schemas.openxmlformats.org/officeDocument/2006/relationships/oleObject" Target="../embeddings/oleObject6.bin"/><Relationship Id="rId9" Type="http://schemas.openxmlformats.org/officeDocument/2006/relationships/image" Target="../media/image13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image" Target="../media/image20.emf"/><Relationship Id="rId3" Type="http://schemas.openxmlformats.org/officeDocument/2006/relationships/image" Target="../media/image15.wmf"/><Relationship Id="rId7" Type="http://schemas.openxmlformats.org/officeDocument/2006/relationships/image" Target="../media/image17.emf"/><Relationship Id="rId12" Type="http://schemas.openxmlformats.org/officeDocument/2006/relationships/oleObject" Target="../embeddings/oleObject15.bin"/><Relationship Id="rId17" Type="http://schemas.openxmlformats.org/officeDocument/2006/relationships/image" Target="../media/image22.emf"/><Relationship Id="rId2" Type="http://schemas.openxmlformats.org/officeDocument/2006/relationships/oleObject" Target="../embeddings/oleObject10.bin"/><Relationship Id="rId16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19.emf"/><Relationship Id="rId5" Type="http://schemas.openxmlformats.org/officeDocument/2006/relationships/image" Target="../media/image16.emf"/><Relationship Id="rId15" Type="http://schemas.openxmlformats.org/officeDocument/2006/relationships/image" Target="../media/image21.emf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8.emf"/><Relationship Id="rId14" Type="http://schemas.openxmlformats.org/officeDocument/2006/relationships/oleObject" Target="../embeddings/oleObject16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13" Type="http://schemas.openxmlformats.org/officeDocument/2006/relationships/image" Target="../media/image28.emf"/><Relationship Id="rId18" Type="http://schemas.openxmlformats.org/officeDocument/2006/relationships/oleObject" Target="../embeddings/oleObject26.bin"/><Relationship Id="rId26" Type="http://schemas.openxmlformats.org/officeDocument/2006/relationships/oleObject" Target="../embeddings/oleObject30.bin"/><Relationship Id="rId3" Type="http://schemas.openxmlformats.org/officeDocument/2006/relationships/image" Target="../media/image23.emf"/><Relationship Id="rId21" Type="http://schemas.openxmlformats.org/officeDocument/2006/relationships/image" Target="../media/image32.emf"/><Relationship Id="rId7" Type="http://schemas.openxmlformats.org/officeDocument/2006/relationships/image" Target="../media/image25.emf"/><Relationship Id="rId12" Type="http://schemas.openxmlformats.org/officeDocument/2006/relationships/oleObject" Target="../embeddings/oleObject23.bin"/><Relationship Id="rId17" Type="http://schemas.openxmlformats.org/officeDocument/2006/relationships/image" Target="../media/image30.emf"/><Relationship Id="rId25" Type="http://schemas.openxmlformats.org/officeDocument/2006/relationships/image" Target="../media/image34.emf"/><Relationship Id="rId2" Type="http://schemas.openxmlformats.org/officeDocument/2006/relationships/oleObject" Target="../embeddings/oleObject18.bin"/><Relationship Id="rId16" Type="http://schemas.openxmlformats.org/officeDocument/2006/relationships/oleObject" Target="../embeddings/oleObject25.bin"/><Relationship Id="rId20" Type="http://schemas.openxmlformats.org/officeDocument/2006/relationships/oleObject" Target="../embeddings/oleObject2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27.emf"/><Relationship Id="rId24" Type="http://schemas.openxmlformats.org/officeDocument/2006/relationships/oleObject" Target="../embeddings/oleObject29.bin"/><Relationship Id="rId5" Type="http://schemas.openxmlformats.org/officeDocument/2006/relationships/image" Target="../media/image24.emf"/><Relationship Id="rId15" Type="http://schemas.openxmlformats.org/officeDocument/2006/relationships/image" Target="../media/image29.emf"/><Relationship Id="rId23" Type="http://schemas.openxmlformats.org/officeDocument/2006/relationships/image" Target="../media/image33.emf"/><Relationship Id="rId10" Type="http://schemas.openxmlformats.org/officeDocument/2006/relationships/oleObject" Target="../embeddings/oleObject22.bin"/><Relationship Id="rId19" Type="http://schemas.openxmlformats.org/officeDocument/2006/relationships/image" Target="../media/image31.emf"/><Relationship Id="rId4" Type="http://schemas.openxmlformats.org/officeDocument/2006/relationships/oleObject" Target="../embeddings/oleObject19.bin"/><Relationship Id="rId9" Type="http://schemas.openxmlformats.org/officeDocument/2006/relationships/image" Target="../media/image26.emf"/><Relationship Id="rId14" Type="http://schemas.openxmlformats.org/officeDocument/2006/relationships/oleObject" Target="../embeddings/oleObject24.bin"/><Relationship Id="rId22" Type="http://schemas.openxmlformats.org/officeDocument/2006/relationships/oleObject" Target="../embeddings/oleObject28.bin"/><Relationship Id="rId27" Type="http://schemas.openxmlformats.org/officeDocument/2006/relationships/image" Target="../media/image35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e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e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37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jpeg"/><Relationship Id="rId4" Type="http://schemas.openxmlformats.org/officeDocument/2006/relationships/image" Target="../media/image42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emf"/><Relationship Id="rId13" Type="http://schemas.openxmlformats.org/officeDocument/2006/relationships/oleObject" Target="../embeddings/oleObject39.bin"/><Relationship Id="rId18" Type="http://schemas.openxmlformats.org/officeDocument/2006/relationships/image" Target="../media/image52.emf"/><Relationship Id="rId3" Type="http://schemas.openxmlformats.org/officeDocument/2006/relationships/image" Target="../media/image44.emf"/><Relationship Id="rId21" Type="http://schemas.openxmlformats.org/officeDocument/2006/relationships/oleObject" Target="../embeddings/oleObject43.bin"/><Relationship Id="rId7" Type="http://schemas.openxmlformats.org/officeDocument/2006/relationships/oleObject" Target="../embeddings/oleObject36.bin"/><Relationship Id="rId12" Type="http://schemas.openxmlformats.org/officeDocument/2006/relationships/image" Target="../media/image49.emf"/><Relationship Id="rId17" Type="http://schemas.openxmlformats.org/officeDocument/2006/relationships/oleObject" Target="../embeddings/oleObject41.bin"/><Relationship Id="rId2" Type="http://schemas.openxmlformats.org/officeDocument/2006/relationships/oleObject" Target="../embeddings/oleObject34.bin"/><Relationship Id="rId16" Type="http://schemas.openxmlformats.org/officeDocument/2006/relationships/image" Target="../media/image51.emf"/><Relationship Id="rId20" Type="http://schemas.openxmlformats.org/officeDocument/2006/relationships/image" Target="../media/image5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emf"/><Relationship Id="rId11" Type="http://schemas.openxmlformats.org/officeDocument/2006/relationships/oleObject" Target="../embeddings/oleObject38.bin"/><Relationship Id="rId5" Type="http://schemas.openxmlformats.org/officeDocument/2006/relationships/oleObject" Target="../embeddings/oleObject35.bin"/><Relationship Id="rId15" Type="http://schemas.openxmlformats.org/officeDocument/2006/relationships/oleObject" Target="../embeddings/oleObject40.bin"/><Relationship Id="rId10" Type="http://schemas.openxmlformats.org/officeDocument/2006/relationships/image" Target="../media/image48.emf"/><Relationship Id="rId19" Type="http://schemas.openxmlformats.org/officeDocument/2006/relationships/oleObject" Target="../embeddings/oleObject42.bin"/><Relationship Id="rId4" Type="http://schemas.openxmlformats.org/officeDocument/2006/relationships/image" Target="../media/image45.png"/><Relationship Id="rId9" Type="http://schemas.openxmlformats.org/officeDocument/2006/relationships/oleObject" Target="../embeddings/oleObject37.bin"/><Relationship Id="rId14" Type="http://schemas.openxmlformats.org/officeDocument/2006/relationships/image" Target="../media/image50.emf"/><Relationship Id="rId22" Type="http://schemas.openxmlformats.org/officeDocument/2006/relationships/image" Target="../media/image54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emf"/><Relationship Id="rId13" Type="http://schemas.openxmlformats.org/officeDocument/2006/relationships/oleObject" Target="../embeddings/oleObject49.bin"/><Relationship Id="rId18" Type="http://schemas.openxmlformats.org/officeDocument/2006/relationships/image" Target="../media/image62.emf"/><Relationship Id="rId3" Type="http://schemas.openxmlformats.org/officeDocument/2006/relationships/image" Target="../media/image55.emf"/><Relationship Id="rId7" Type="http://schemas.openxmlformats.org/officeDocument/2006/relationships/oleObject" Target="../embeddings/oleObject46.bin"/><Relationship Id="rId12" Type="http://schemas.openxmlformats.org/officeDocument/2006/relationships/image" Target="../media/image59.emf"/><Relationship Id="rId17" Type="http://schemas.openxmlformats.org/officeDocument/2006/relationships/oleObject" Target="../embeddings/oleObject51.bin"/><Relationship Id="rId2" Type="http://schemas.openxmlformats.org/officeDocument/2006/relationships/oleObject" Target="../embeddings/oleObject44.bin"/><Relationship Id="rId16" Type="http://schemas.openxmlformats.org/officeDocument/2006/relationships/image" Target="../media/image6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oleObject" Target="../embeddings/oleObject48.bin"/><Relationship Id="rId5" Type="http://schemas.openxmlformats.org/officeDocument/2006/relationships/image" Target="../media/image56.emf"/><Relationship Id="rId15" Type="http://schemas.openxmlformats.org/officeDocument/2006/relationships/oleObject" Target="../embeddings/oleObject50.bin"/><Relationship Id="rId10" Type="http://schemas.openxmlformats.org/officeDocument/2006/relationships/image" Target="../media/image58.emf"/><Relationship Id="rId4" Type="http://schemas.openxmlformats.org/officeDocument/2006/relationships/oleObject" Target="../embeddings/oleObject45.bin"/><Relationship Id="rId9" Type="http://schemas.openxmlformats.org/officeDocument/2006/relationships/oleObject" Target="../embeddings/oleObject47.bin"/><Relationship Id="rId14" Type="http://schemas.openxmlformats.org/officeDocument/2006/relationships/image" Target="../media/image60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emf"/><Relationship Id="rId3" Type="http://schemas.openxmlformats.org/officeDocument/2006/relationships/oleObject" Target="../embeddings/oleObject52.bin"/><Relationship Id="rId7" Type="http://schemas.openxmlformats.org/officeDocument/2006/relationships/oleObject" Target="../embeddings/oleObject54.bin"/><Relationship Id="rId12" Type="http://schemas.openxmlformats.org/officeDocument/2006/relationships/image" Target="../media/image79.em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emf"/><Relationship Id="rId11" Type="http://schemas.openxmlformats.org/officeDocument/2006/relationships/oleObject" Target="../embeddings/oleObject56.bin"/><Relationship Id="rId5" Type="http://schemas.openxmlformats.org/officeDocument/2006/relationships/oleObject" Target="../embeddings/oleObject53.bin"/><Relationship Id="rId10" Type="http://schemas.openxmlformats.org/officeDocument/2006/relationships/image" Target="../media/image78.emf"/><Relationship Id="rId4" Type="http://schemas.openxmlformats.org/officeDocument/2006/relationships/image" Target="../media/image75.emf"/><Relationship Id="rId9" Type="http://schemas.openxmlformats.org/officeDocument/2006/relationships/oleObject" Target="../embeddings/oleObject55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emf"/><Relationship Id="rId3" Type="http://schemas.openxmlformats.org/officeDocument/2006/relationships/oleObject" Target="../embeddings/oleObject57.bin"/><Relationship Id="rId7" Type="http://schemas.openxmlformats.org/officeDocument/2006/relationships/oleObject" Target="../embeddings/oleObject59.bin"/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e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81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4.emf"/><Relationship Id="rId7" Type="http://schemas.openxmlformats.org/officeDocument/2006/relationships/image" Target="../media/image86.emf"/><Relationship Id="rId2" Type="http://schemas.openxmlformats.org/officeDocument/2006/relationships/oleObject" Target="../embeddings/oleObject6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2.bin"/><Relationship Id="rId5" Type="http://schemas.openxmlformats.org/officeDocument/2006/relationships/image" Target="../media/image85.emf"/><Relationship Id="rId4" Type="http://schemas.openxmlformats.org/officeDocument/2006/relationships/oleObject" Target="../embeddings/oleObject61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6.bin"/><Relationship Id="rId13" Type="http://schemas.openxmlformats.org/officeDocument/2006/relationships/image" Target="../media/image93.emf"/><Relationship Id="rId3" Type="http://schemas.openxmlformats.org/officeDocument/2006/relationships/image" Target="../media/image88.emf"/><Relationship Id="rId7" Type="http://schemas.openxmlformats.org/officeDocument/2006/relationships/image" Target="../media/image90.emf"/><Relationship Id="rId12" Type="http://schemas.openxmlformats.org/officeDocument/2006/relationships/oleObject" Target="../embeddings/oleObject68.bin"/><Relationship Id="rId2" Type="http://schemas.openxmlformats.org/officeDocument/2006/relationships/oleObject" Target="../embeddings/oleObject6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5.bin"/><Relationship Id="rId11" Type="http://schemas.openxmlformats.org/officeDocument/2006/relationships/image" Target="../media/image92.emf"/><Relationship Id="rId5" Type="http://schemas.openxmlformats.org/officeDocument/2006/relationships/image" Target="../media/image89.emf"/><Relationship Id="rId15" Type="http://schemas.openxmlformats.org/officeDocument/2006/relationships/image" Target="../media/image94.wmf"/><Relationship Id="rId10" Type="http://schemas.openxmlformats.org/officeDocument/2006/relationships/oleObject" Target="../embeddings/oleObject67.bin"/><Relationship Id="rId4" Type="http://schemas.openxmlformats.org/officeDocument/2006/relationships/oleObject" Target="../embeddings/oleObject64.bin"/><Relationship Id="rId9" Type="http://schemas.openxmlformats.org/officeDocument/2006/relationships/image" Target="../media/image91.emf"/><Relationship Id="rId14" Type="http://schemas.openxmlformats.org/officeDocument/2006/relationships/oleObject" Target="../embeddings/oleObject69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emf"/><Relationship Id="rId13" Type="http://schemas.openxmlformats.org/officeDocument/2006/relationships/oleObject" Target="../embeddings/oleObject75.bin"/><Relationship Id="rId3" Type="http://schemas.openxmlformats.org/officeDocument/2006/relationships/oleObject" Target="../embeddings/oleObject70.bin"/><Relationship Id="rId7" Type="http://schemas.openxmlformats.org/officeDocument/2006/relationships/oleObject" Target="../embeddings/oleObject72.bin"/><Relationship Id="rId12" Type="http://schemas.openxmlformats.org/officeDocument/2006/relationships/image" Target="../media/image99.emf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emf"/><Relationship Id="rId11" Type="http://schemas.openxmlformats.org/officeDocument/2006/relationships/oleObject" Target="../embeddings/oleObject74.bin"/><Relationship Id="rId5" Type="http://schemas.openxmlformats.org/officeDocument/2006/relationships/oleObject" Target="../embeddings/oleObject71.bin"/><Relationship Id="rId10" Type="http://schemas.openxmlformats.org/officeDocument/2006/relationships/image" Target="../media/image98.emf"/><Relationship Id="rId4" Type="http://schemas.openxmlformats.org/officeDocument/2006/relationships/image" Target="../media/image95.emf"/><Relationship Id="rId9" Type="http://schemas.openxmlformats.org/officeDocument/2006/relationships/oleObject" Target="../embeddings/oleObject73.bin"/><Relationship Id="rId14" Type="http://schemas.openxmlformats.org/officeDocument/2006/relationships/image" Target="../media/image100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9.bin"/><Relationship Id="rId13" Type="http://schemas.openxmlformats.org/officeDocument/2006/relationships/image" Target="../media/image112.emf"/><Relationship Id="rId3" Type="http://schemas.openxmlformats.org/officeDocument/2006/relationships/image" Target="../media/image107.emf"/><Relationship Id="rId7" Type="http://schemas.openxmlformats.org/officeDocument/2006/relationships/image" Target="../media/image109.emf"/><Relationship Id="rId12" Type="http://schemas.openxmlformats.org/officeDocument/2006/relationships/oleObject" Target="../embeddings/oleObject81.bin"/><Relationship Id="rId2" Type="http://schemas.openxmlformats.org/officeDocument/2006/relationships/oleObject" Target="../embeddings/oleObject7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8.bin"/><Relationship Id="rId11" Type="http://schemas.openxmlformats.org/officeDocument/2006/relationships/image" Target="../media/image111.emf"/><Relationship Id="rId5" Type="http://schemas.openxmlformats.org/officeDocument/2006/relationships/image" Target="../media/image108.emf"/><Relationship Id="rId10" Type="http://schemas.openxmlformats.org/officeDocument/2006/relationships/oleObject" Target="../embeddings/oleObject80.bin"/><Relationship Id="rId4" Type="http://schemas.openxmlformats.org/officeDocument/2006/relationships/oleObject" Target="../embeddings/oleObject77.bin"/><Relationship Id="rId9" Type="http://schemas.openxmlformats.org/officeDocument/2006/relationships/image" Target="../media/image110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5.bin"/><Relationship Id="rId13" Type="http://schemas.openxmlformats.org/officeDocument/2006/relationships/image" Target="../media/image118.emf"/><Relationship Id="rId18" Type="http://schemas.openxmlformats.org/officeDocument/2006/relationships/oleObject" Target="../embeddings/oleObject90.bin"/><Relationship Id="rId3" Type="http://schemas.openxmlformats.org/officeDocument/2006/relationships/image" Target="../media/image113.emf"/><Relationship Id="rId7" Type="http://schemas.openxmlformats.org/officeDocument/2006/relationships/image" Target="../media/image115.emf"/><Relationship Id="rId12" Type="http://schemas.openxmlformats.org/officeDocument/2006/relationships/oleObject" Target="../embeddings/oleObject87.bin"/><Relationship Id="rId17" Type="http://schemas.openxmlformats.org/officeDocument/2006/relationships/image" Target="../media/image120.emf"/><Relationship Id="rId2" Type="http://schemas.openxmlformats.org/officeDocument/2006/relationships/oleObject" Target="../embeddings/oleObject82.bin"/><Relationship Id="rId16" Type="http://schemas.openxmlformats.org/officeDocument/2006/relationships/oleObject" Target="../embeddings/oleObject8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4.bin"/><Relationship Id="rId11" Type="http://schemas.openxmlformats.org/officeDocument/2006/relationships/image" Target="../media/image117.emf"/><Relationship Id="rId5" Type="http://schemas.openxmlformats.org/officeDocument/2006/relationships/image" Target="../media/image114.emf"/><Relationship Id="rId15" Type="http://schemas.openxmlformats.org/officeDocument/2006/relationships/image" Target="../media/image119.emf"/><Relationship Id="rId10" Type="http://schemas.openxmlformats.org/officeDocument/2006/relationships/oleObject" Target="../embeddings/oleObject86.bin"/><Relationship Id="rId19" Type="http://schemas.openxmlformats.org/officeDocument/2006/relationships/image" Target="../media/image121.emf"/><Relationship Id="rId4" Type="http://schemas.openxmlformats.org/officeDocument/2006/relationships/oleObject" Target="../embeddings/oleObject83.bin"/><Relationship Id="rId9" Type="http://schemas.openxmlformats.org/officeDocument/2006/relationships/image" Target="../media/image116.emf"/><Relationship Id="rId14" Type="http://schemas.openxmlformats.org/officeDocument/2006/relationships/oleObject" Target="../embeddings/oleObject88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.png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6872E51B-C900-61D1-B515-CF6A697B0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1412875"/>
            <a:ext cx="6927850" cy="486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TextBox 1">
            <a:extLst>
              <a:ext uri="{FF2B5EF4-FFF2-40B4-BE49-F238E27FC236}">
                <a16:creationId xmlns:a16="http://schemas.microsoft.com/office/drawing/2014/main" id="{338432E0-05EA-CEEB-F2E6-8147FFBA7B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04813"/>
            <a:ext cx="58435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4000" b="1">
                <a:solidFill>
                  <a:srgbClr val="92D050"/>
                </a:solidFill>
              </a:rPr>
              <a:t>静电场与介质的相互作用</a:t>
            </a:r>
          </a:p>
        </p:txBody>
      </p:sp>
    </p:spTree>
  </p:cSld>
  <p:clrMapOvr>
    <a:masterClrMapping/>
  </p:clrMapOvr>
  <p:transition spd="slow"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3">
            <a:extLst>
              <a:ext uri="{FF2B5EF4-FFF2-40B4-BE49-F238E27FC236}">
                <a16:creationId xmlns:a16="http://schemas.microsoft.com/office/drawing/2014/main" id="{6AA3ED2D-DA8D-6E00-8EAA-278F6BE3DF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47650"/>
            <a:ext cx="9144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00FF00"/>
                </a:solidFill>
                <a:latin typeface="Times New Roman" panose="02020603050405020304" pitchFamily="18" charset="0"/>
              </a:rPr>
              <a:t>9.7   </a:t>
            </a:r>
            <a:r>
              <a:rPr kumimoji="1" lang="zh-CN" altLang="en-US" sz="3200" b="1">
                <a:solidFill>
                  <a:srgbClr val="00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静电场中的导体</a:t>
            </a:r>
            <a:r>
              <a:rPr kumimoji="1" lang="zh-CN" altLang="en-US" sz="3200" b="1">
                <a:solidFill>
                  <a:srgbClr val="00FF00"/>
                </a:solidFill>
                <a:latin typeface="Times New Roman" panose="02020603050405020304" pitchFamily="18" charset="0"/>
              </a:rPr>
              <a:t>          </a:t>
            </a:r>
          </a:p>
        </p:txBody>
      </p:sp>
      <p:sp>
        <p:nvSpPr>
          <p:cNvPr id="3075" name="Text Box 4">
            <a:extLst>
              <a:ext uri="{FF2B5EF4-FFF2-40B4-BE49-F238E27FC236}">
                <a16:creationId xmlns:a16="http://schemas.microsoft.com/office/drawing/2014/main" id="{C5AF2730-80C4-E7DB-B987-705EDE3F95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013" y="822325"/>
            <a:ext cx="37687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FFFF00"/>
                </a:solidFill>
                <a:latin typeface="Times New Roman" panose="02020603050405020304" pitchFamily="18" charset="0"/>
              </a:rPr>
              <a:t>一</a:t>
            </a:r>
            <a:r>
              <a:rPr kumimoji="1" lang="en-US" altLang="zh-CN" sz="2800" b="1">
                <a:solidFill>
                  <a:srgbClr val="FFFF00"/>
                </a:solidFill>
                <a:latin typeface="Times New Roman" panose="02020603050405020304" pitchFamily="18" charset="0"/>
              </a:rPr>
              <a:t>. </a:t>
            </a:r>
            <a:r>
              <a:rPr kumimoji="1" lang="zh-CN" altLang="en-US" sz="2800" b="1">
                <a:solidFill>
                  <a:srgbClr val="FFFF00"/>
                </a:solidFill>
                <a:latin typeface="Times New Roman" panose="02020603050405020304" pitchFamily="18" charset="0"/>
              </a:rPr>
              <a:t>导体的静电平衡</a:t>
            </a:r>
            <a:r>
              <a:rPr kumimoji="1" lang="zh-CN" altLang="en-US" sz="2800">
                <a:solidFill>
                  <a:srgbClr val="FFFF00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076" name="Text Box 19">
            <a:extLst>
              <a:ext uri="{FF2B5EF4-FFF2-40B4-BE49-F238E27FC236}">
                <a16:creationId xmlns:a16="http://schemas.microsoft.com/office/drawing/2014/main" id="{49CAEB5A-F01E-9B8A-EA6F-BA230F90D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412875"/>
            <a:ext cx="310673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</a:rPr>
              <a:t>金属导体的电学结构</a:t>
            </a:r>
          </a:p>
        </p:txBody>
      </p:sp>
      <p:sp>
        <p:nvSpPr>
          <p:cNvPr id="3077" name="矩形 1">
            <a:extLst>
              <a:ext uri="{FF2B5EF4-FFF2-40B4-BE49-F238E27FC236}">
                <a16:creationId xmlns:a16="http://schemas.microsoft.com/office/drawing/2014/main" id="{23DFD2A8-4B00-7017-4C01-F2C70DCB1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550" y="1976438"/>
            <a:ext cx="4900613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chemeClr val="bg1"/>
                </a:solidFill>
              </a:rPr>
              <a:t>金属导体</a:t>
            </a:r>
            <a:r>
              <a:rPr lang="en-US" altLang="zh-CN" sz="2400" b="1">
                <a:solidFill>
                  <a:schemeClr val="bg1"/>
                </a:solidFill>
              </a:rPr>
              <a:t>: </a:t>
            </a:r>
            <a:r>
              <a:rPr lang="zh-CN" altLang="en-US" sz="2400" b="1">
                <a:solidFill>
                  <a:schemeClr val="bg1"/>
                </a:solidFill>
              </a:rPr>
              <a:t>带负电的</a:t>
            </a:r>
            <a:r>
              <a:rPr lang="zh-CN" altLang="en-US" sz="2400" b="1">
                <a:solidFill>
                  <a:srgbClr val="FF0000"/>
                </a:solidFill>
              </a:rPr>
              <a:t>自由电子</a:t>
            </a:r>
            <a:r>
              <a:rPr lang="zh-CN" altLang="en-US" sz="2400" b="1">
                <a:solidFill>
                  <a:schemeClr val="bg1"/>
                </a:solidFill>
              </a:rPr>
              <a:t>和带正电的晶格点阵组成</a:t>
            </a:r>
            <a:r>
              <a:rPr lang="en-US" altLang="zh-CN" sz="2400" b="1">
                <a:solidFill>
                  <a:schemeClr val="bg1"/>
                </a:solidFill>
              </a:rPr>
              <a:t>.</a:t>
            </a:r>
            <a:r>
              <a:rPr lang="zh-CN" altLang="en-US" sz="2400" b="1">
                <a:solidFill>
                  <a:schemeClr val="bg1"/>
                </a:solidFill>
              </a:rPr>
              <a:t>当导体不带电也不受外电场的作用时，只有微观的热运动。自由电子在金属中可以向理想气体分子一样自由运动，它们为整个金属晶格所共有，因此称为自由电子气体。</a:t>
            </a:r>
            <a:endParaRPr lang="en-US" altLang="zh-CN" sz="2400" b="1">
              <a:solidFill>
                <a:schemeClr val="bg1"/>
              </a:solidFill>
            </a:endParaRPr>
          </a:p>
          <a:p>
            <a:pPr eaLnBrk="1" hangingPunct="1"/>
            <a:endParaRPr lang="en-US" altLang="zh-CN" sz="2400" b="1">
              <a:solidFill>
                <a:schemeClr val="bg1"/>
              </a:solidFill>
            </a:endParaRPr>
          </a:p>
          <a:p>
            <a:pPr eaLnBrk="1" hangingPunct="1"/>
            <a:r>
              <a:rPr lang="zh-CN" altLang="en-US" sz="2400" b="1">
                <a:solidFill>
                  <a:schemeClr val="bg1"/>
                </a:solidFill>
              </a:rPr>
              <a:t>热平衡特征</a:t>
            </a:r>
            <a:r>
              <a:rPr lang="en-US" altLang="zh-CN" sz="2400" b="1">
                <a:solidFill>
                  <a:schemeClr val="bg1"/>
                </a:solidFill>
              </a:rPr>
              <a:t>: </a:t>
            </a:r>
            <a:r>
              <a:rPr lang="zh-CN" altLang="en-US" sz="2400" b="1">
                <a:solidFill>
                  <a:schemeClr val="bg1"/>
                </a:solidFill>
              </a:rPr>
              <a:t>任意划取的微小体积元内，自由电子的负电荷和晶体点阵上的正电荷的数目相等，整个导体或其中任一部分都显现电中性</a:t>
            </a:r>
            <a:r>
              <a:rPr lang="en-US" altLang="zh-CN" sz="2400" b="1">
                <a:solidFill>
                  <a:schemeClr val="bg1"/>
                </a:solidFill>
              </a:rPr>
              <a:t>.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pic>
        <p:nvPicPr>
          <p:cNvPr id="3078" name="Picture 17">
            <a:extLst>
              <a:ext uri="{FF2B5EF4-FFF2-40B4-BE49-F238E27FC236}">
                <a16:creationId xmlns:a16="http://schemas.microsoft.com/office/drawing/2014/main" id="{A45642B3-0D9B-4B58-9A56-388CAB2F7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525" y="1643063"/>
            <a:ext cx="2911475" cy="318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3">
            <a:extLst>
              <a:ext uri="{FF2B5EF4-FFF2-40B4-BE49-F238E27FC236}">
                <a16:creationId xmlns:a16="http://schemas.microsoft.com/office/drawing/2014/main" id="{8A2F8CAF-9E6E-C896-B7BA-69E94C5E9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7100" y="511175"/>
            <a:ext cx="2471738" cy="2217738"/>
          </a:xfrm>
          <a:prstGeom prst="rect">
            <a:avLst/>
          </a:prstGeom>
          <a:solidFill>
            <a:srgbClr val="003366"/>
          </a:solidFill>
          <a:ln w="9525">
            <a:solidFill>
              <a:srgbClr val="0033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" name="Rectangle 54">
            <a:extLst>
              <a:ext uri="{FF2B5EF4-FFF2-40B4-BE49-F238E27FC236}">
                <a16:creationId xmlns:a16="http://schemas.microsoft.com/office/drawing/2014/main" id="{E2B6865E-D7FD-B444-3E53-EFE9367C7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501650"/>
            <a:ext cx="2501900" cy="2230438"/>
          </a:xfrm>
          <a:prstGeom prst="rect">
            <a:avLst/>
          </a:prstGeom>
          <a:solidFill>
            <a:srgbClr val="003366"/>
          </a:solidFill>
          <a:ln w="9525">
            <a:solidFill>
              <a:srgbClr val="0033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" name="Rectangle 55">
            <a:extLst>
              <a:ext uri="{FF2B5EF4-FFF2-40B4-BE49-F238E27FC236}">
                <a16:creationId xmlns:a16="http://schemas.microsoft.com/office/drawing/2014/main" id="{C54E3678-A69B-D33C-6398-DB6D726A2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563" y="492125"/>
            <a:ext cx="2530475" cy="2235200"/>
          </a:xfrm>
          <a:prstGeom prst="rect">
            <a:avLst/>
          </a:prstGeom>
          <a:solidFill>
            <a:srgbClr val="003366"/>
          </a:solidFill>
          <a:ln w="9525">
            <a:solidFill>
              <a:srgbClr val="0033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" name="Rectangle 56">
            <a:extLst>
              <a:ext uri="{FF2B5EF4-FFF2-40B4-BE49-F238E27FC236}">
                <a16:creationId xmlns:a16="http://schemas.microsoft.com/office/drawing/2014/main" id="{29F3B38C-1B2D-6E60-C300-E0EFF4854A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88" y="2732088"/>
            <a:ext cx="8323262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000" b="1">
                <a:solidFill>
                  <a:schemeClr val="bg1"/>
                </a:solidFill>
                <a:latin typeface="Times New Roman" panose="02020603050405020304" pitchFamily="18" charset="0"/>
              </a:rPr>
              <a:t>在外电场的作用下，自由电子做宏观定向移动</a:t>
            </a:r>
            <a:r>
              <a:rPr kumimoji="1" lang="en-US" altLang="zh-CN" sz="2000" b="1">
                <a:solidFill>
                  <a:schemeClr val="bg1"/>
                </a:solidFill>
                <a:latin typeface="Times New Roman" panose="02020603050405020304" pitchFamily="18" charset="0"/>
              </a:rPr>
              <a:t>,</a:t>
            </a:r>
            <a:r>
              <a:rPr kumimoji="1" lang="zh-CN" altLang="en-US" sz="2000" b="1">
                <a:solidFill>
                  <a:schemeClr val="bg1"/>
                </a:solidFill>
                <a:latin typeface="Times New Roman" panose="02020603050405020304" pitchFamily="18" charset="0"/>
              </a:rPr>
              <a:t>导体中出现电荷重新分布。</a:t>
            </a:r>
          </a:p>
        </p:txBody>
      </p:sp>
      <p:grpSp>
        <p:nvGrpSpPr>
          <p:cNvPr id="6" name="Group 57">
            <a:extLst>
              <a:ext uri="{FF2B5EF4-FFF2-40B4-BE49-F238E27FC236}">
                <a16:creationId xmlns:a16="http://schemas.microsoft.com/office/drawing/2014/main" id="{28A4499D-7180-84D5-501B-93B87527D530}"/>
              </a:ext>
            </a:extLst>
          </p:cNvPr>
          <p:cNvGrpSpPr>
            <a:grpSpLocks/>
          </p:cNvGrpSpPr>
          <p:nvPr/>
        </p:nvGrpSpPr>
        <p:grpSpPr bwMode="auto">
          <a:xfrm>
            <a:off x="1141413" y="631825"/>
            <a:ext cx="1582737" cy="1935163"/>
            <a:chOff x="881" y="2443"/>
            <a:chExt cx="997" cy="1219"/>
          </a:xfrm>
        </p:grpSpPr>
        <p:sp>
          <p:nvSpPr>
            <p:cNvPr id="4235" name="Freeform 58">
              <a:extLst>
                <a:ext uri="{FF2B5EF4-FFF2-40B4-BE49-F238E27FC236}">
                  <a16:creationId xmlns:a16="http://schemas.microsoft.com/office/drawing/2014/main" id="{8C81B03D-67B7-859E-9F68-50FF2D8C831B}"/>
                </a:ext>
              </a:extLst>
            </p:cNvPr>
            <p:cNvSpPr>
              <a:spLocks/>
            </p:cNvSpPr>
            <p:nvPr/>
          </p:nvSpPr>
          <p:spPr bwMode="auto">
            <a:xfrm>
              <a:off x="881" y="2449"/>
              <a:ext cx="997" cy="45"/>
            </a:xfrm>
            <a:custGeom>
              <a:avLst/>
              <a:gdLst>
                <a:gd name="T0" fmla="*/ 0 w 997"/>
                <a:gd name="T1" fmla="*/ 0 h 45"/>
                <a:gd name="T2" fmla="*/ 90 w 997"/>
                <a:gd name="T3" fmla="*/ 45 h 45"/>
                <a:gd name="T4" fmla="*/ 317 w 997"/>
                <a:gd name="T5" fmla="*/ 0 h 45"/>
                <a:gd name="T6" fmla="*/ 453 w 997"/>
                <a:gd name="T7" fmla="*/ 45 h 45"/>
                <a:gd name="T8" fmla="*/ 635 w 997"/>
                <a:gd name="T9" fmla="*/ 0 h 45"/>
                <a:gd name="T10" fmla="*/ 861 w 997"/>
                <a:gd name="T11" fmla="*/ 45 h 45"/>
                <a:gd name="T12" fmla="*/ 997 w 997"/>
                <a:gd name="T13" fmla="*/ 0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97" h="45">
                  <a:moveTo>
                    <a:pt x="0" y="0"/>
                  </a:moveTo>
                  <a:lnTo>
                    <a:pt x="90" y="45"/>
                  </a:lnTo>
                  <a:lnTo>
                    <a:pt x="317" y="0"/>
                  </a:lnTo>
                  <a:lnTo>
                    <a:pt x="453" y="45"/>
                  </a:lnTo>
                  <a:lnTo>
                    <a:pt x="635" y="0"/>
                  </a:lnTo>
                  <a:lnTo>
                    <a:pt x="861" y="45"/>
                  </a:lnTo>
                  <a:lnTo>
                    <a:pt x="997" y="0"/>
                  </a:lnTo>
                </a:path>
              </a:pathLst>
            </a:custGeom>
            <a:noFill/>
            <a:ln w="19050" cmpd="sng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236" name="Group 59">
              <a:extLst>
                <a:ext uri="{FF2B5EF4-FFF2-40B4-BE49-F238E27FC236}">
                  <a16:creationId xmlns:a16="http://schemas.microsoft.com/office/drawing/2014/main" id="{6005738A-EC39-2737-D4AB-40BC493037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81" y="2443"/>
              <a:ext cx="997" cy="1219"/>
              <a:chOff x="930" y="2523"/>
              <a:chExt cx="997" cy="1219"/>
            </a:xfrm>
          </p:grpSpPr>
          <p:grpSp>
            <p:nvGrpSpPr>
              <p:cNvPr id="4237" name="Group 60">
                <a:extLst>
                  <a:ext uri="{FF2B5EF4-FFF2-40B4-BE49-F238E27FC236}">
                    <a16:creationId xmlns:a16="http://schemas.microsoft.com/office/drawing/2014/main" id="{67C5FD61-73D4-7897-863D-07C6D586B04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30" y="2523"/>
                <a:ext cx="997" cy="1179"/>
                <a:chOff x="930" y="2523"/>
                <a:chExt cx="997" cy="1179"/>
              </a:xfrm>
            </p:grpSpPr>
            <p:sp>
              <p:nvSpPr>
                <p:cNvPr id="4239" name="Line 61">
                  <a:extLst>
                    <a:ext uri="{FF2B5EF4-FFF2-40B4-BE49-F238E27FC236}">
                      <a16:creationId xmlns:a16="http://schemas.microsoft.com/office/drawing/2014/main" id="{7740AF46-B985-EE44-DB4F-85C2816117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30" y="2523"/>
                  <a:ext cx="0" cy="1179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40" name="Line 62">
                  <a:extLst>
                    <a:ext uri="{FF2B5EF4-FFF2-40B4-BE49-F238E27FC236}">
                      <a16:creationId xmlns:a16="http://schemas.microsoft.com/office/drawing/2014/main" id="{5791E289-4035-45B7-A688-36F2334424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27" y="2523"/>
                  <a:ext cx="0" cy="1179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238" name="Freeform 63">
                <a:extLst>
                  <a:ext uri="{FF2B5EF4-FFF2-40B4-BE49-F238E27FC236}">
                    <a16:creationId xmlns:a16="http://schemas.microsoft.com/office/drawing/2014/main" id="{4FECA883-F9B7-737B-26BB-AFE7AE4F49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0" y="3697"/>
                <a:ext cx="997" cy="45"/>
              </a:xfrm>
              <a:custGeom>
                <a:avLst/>
                <a:gdLst>
                  <a:gd name="T0" fmla="*/ 0 w 997"/>
                  <a:gd name="T1" fmla="*/ 0 h 45"/>
                  <a:gd name="T2" fmla="*/ 90 w 997"/>
                  <a:gd name="T3" fmla="*/ 45 h 45"/>
                  <a:gd name="T4" fmla="*/ 317 w 997"/>
                  <a:gd name="T5" fmla="*/ 0 h 45"/>
                  <a:gd name="T6" fmla="*/ 453 w 997"/>
                  <a:gd name="T7" fmla="*/ 45 h 45"/>
                  <a:gd name="T8" fmla="*/ 635 w 997"/>
                  <a:gd name="T9" fmla="*/ 0 h 45"/>
                  <a:gd name="T10" fmla="*/ 861 w 997"/>
                  <a:gd name="T11" fmla="*/ 45 h 45"/>
                  <a:gd name="T12" fmla="*/ 997 w 997"/>
                  <a:gd name="T13" fmla="*/ 0 h 4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97" h="45">
                    <a:moveTo>
                      <a:pt x="0" y="0"/>
                    </a:moveTo>
                    <a:lnTo>
                      <a:pt x="90" y="45"/>
                    </a:lnTo>
                    <a:lnTo>
                      <a:pt x="317" y="0"/>
                    </a:lnTo>
                    <a:lnTo>
                      <a:pt x="453" y="45"/>
                    </a:lnTo>
                    <a:lnTo>
                      <a:pt x="635" y="0"/>
                    </a:lnTo>
                    <a:lnTo>
                      <a:pt x="861" y="45"/>
                    </a:lnTo>
                    <a:lnTo>
                      <a:pt x="997" y="0"/>
                    </a:lnTo>
                  </a:path>
                </a:pathLst>
              </a:custGeom>
              <a:noFill/>
              <a:ln w="19050" cmpd="sng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3" name="Group 64">
            <a:extLst>
              <a:ext uri="{FF2B5EF4-FFF2-40B4-BE49-F238E27FC236}">
                <a16:creationId xmlns:a16="http://schemas.microsoft.com/office/drawing/2014/main" id="{54DC8CD7-EF05-1BBE-81CA-78D1A72BD12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012950" y="735013"/>
            <a:ext cx="388938" cy="195262"/>
            <a:chOff x="2336" y="3022"/>
            <a:chExt cx="272" cy="136"/>
          </a:xfrm>
        </p:grpSpPr>
        <p:sp>
          <p:nvSpPr>
            <p:cNvPr id="4232" name="Oval 65">
              <a:extLst>
                <a:ext uri="{FF2B5EF4-FFF2-40B4-BE49-F238E27FC236}">
                  <a16:creationId xmlns:a16="http://schemas.microsoft.com/office/drawing/2014/main" id="{C160E8F1-4FD5-8009-0350-9C74E3DA74D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72" y="3022"/>
              <a:ext cx="136" cy="136"/>
            </a:xfrm>
            <a:prstGeom prst="ellipse">
              <a:avLst/>
            </a:prstGeom>
            <a:noFill/>
            <a:ln w="19050">
              <a:solidFill>
                <a:srgbClr val="FF99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233" name="Line 66">
              <a:extLst>
                <a:ext uri="{FF2B5EF4-FFF2-40B4-BE49-F238E27FC236}">
                  <a16:creationId xmlns:a16="http://schemas.microsoft.com/office/drawing/2014/main" id="{2910DD92-FA4B-0E79-D516-0A01765915B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495" y="3090"/>
              <a:ext cx="91" cy="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34" name="Line 67">
              <a:extLst>
                <a:ext uri="{FF2B5EF4-FFF2-40B4-BE49-F238E27FC236}">
                  <a16:creationId xmlns:a16="http://schemas.microsoft.com/office/drawing/2014/main" id="{9BED1407-A4BF-AB3A-7352-089AEDD2067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336" y="3089"/>
              <a:ext cx="136" cy="0"/>
            </a:xfrm>
            <a:prstGeom prst="line">
              <a:avLst/>
            </a:prstGeom>
            <a:noFill/>
            <a:ln w="19050">
              <a:solidFill>
                <a:srgbClr val="FF99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" name="Group 68">
            <a:extLst>
              <a:ext uri="{FF2B5EF4-FFF2-40B4-BE49-F238E27FC236}">
                <a16:creationId xmlns:a16="http://schemas.microsoft.com/office/drawing/2014/main" id="{C0F67F0C-CEA4-F581-DF0A-3E45B91269D7}"/>
              </a:ext>
            </a:extLst>
          </p:cNvPr>
          <p:cNvGrpSpPr>
            <a:grpSpLocks/>
          </p:cNvGrpSpPr>
          <p:nvPr/>
        </p:nvGrpSpPr>
        <p:grpSpPr bwMode="auto">
          <a:xfrm>
            <a:off x="930275" y="1000125"/>
            <a:ext cx="2016125" cy="1216025"/>
            <a:chOff x="797" y="2755"/>
            <a:chExt cx="1270" cy="766"/>
          </a:xfrm>
        </p:grpSpPr>
        <p:sp>
          <p:nvSpPr>
            <p:cNvPr id="4227" name="Line 69">
              <a:extLst>
                <a:ext uri="{FF2B5EF4-FFF2-40B4-BE49-F238E27FC236}">
                  <a16:creationId xmlns:a16="http://schemas.microsoft.com/office/drawing/2014/main" id="{EF25160F-6897-973F-0236-B7677B0BC1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7" y="2755"/>
              <a:ext cx="1270" cy="0"/>
            </a:xfrm>
            <a:prstGeom prst="line">
              <a:avLst/>
            </a:prstGeom>
            <a:noFill/>
            <a:ln w="19050">
              <a:solidFill>
                <a:srgbClr val="00CC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28" name="Line 70">
              <a:extLst>
                <a:ext uri="{FF2B5EF4-FFF2-40B4-BE49-F238E27FC236}">
                  <a16:creationId xmlns:a16="http://schemas.microsoft.com/office/drawing/2014/main" id="{00A5C28A-B919-3CFF-B2C3-4A4BD7B8A6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7" y="2946"/>
              <a:ext cx="1270" cy="0"/>
            </a:xfrm>
            <a:prstGeom prst="line">
              <a:avLst/>
            </a:prstGeom>
            <a:noFill/>
            <a:ln w="19050">
              <a:solidFill>
                <a:srgbClr val="00CC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29" name="Line 71">
              <a:extLst>
                <a:ext uri="{FF2B5EF4-FFF2-40B4-BE49-F238E27FC236}">
                  <a16:creationId xmlns:a16="http://schemas.microsoft.com/office/drawing/2014/main" id="{9D5546CC-86F3-F04D-7C1C-3B1E004C14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7" y="3138"/>
              <a:ext cx="1270" cy="0"/>
            </a:xfrm>
            <a:prstGeom prst="line">
              <a:avLst/>
            </a:prstGeom>
            <a:noFill/>
            <a:ln w="19050">
              <a:solidFill>
                <a:srgbClr val="00CC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30" name="Line 72">
              <a:extLst>
                <a:ext uri="{FF2B5EF4-FFF2-40B4-BE49-F238E27FC236}">
                  <a16:creationId xmlns:a16="http://schemas.microsoft.com/office/drawing/2014/main" id="{DFA3BDCA-D83D-8D95-390B-B291A97508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7" y="3329"/>
              <a:ext cx="1270" cy="0"/>
            </a:xfrm>
            <a:prstGeom prst="line">
              <a:avLst/>
            </a:prstGeom>
            <a:noFill/>
            <a:ln w="19050">
              <a:solidFill>
                <a:srgbClr val="00CC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31" name="Line 73">
              <a:extLst>
                <a:ext uri="{FF2B5EF4-FFF2-40B4-BE49-F238E27FC236}">
                  <a16:creationId xmlns:a16="http://schemas.microsoft.com/office/drawing/2014/main" id="{F3DA7B2A-D1F5-E452-2C66-A9E9CDE342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7" y="3521"/>
              <a:ext cx="1270" cy="0"/>
            </a:xfrm>
            <a:prstGeom prst="line">
              <a:avLst/>
            </a:prstGeom>
            <a:noFill/>
            <a:ln w="19050">
              <a:solidFill>
                <a:srgbClr val="00CC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3" name="Group 74">
            <a:extLst>
              <a:ext uri="{FF2B5EF4-FFF2-40B4-BE49-F238E27FC236}">
                <a16:creationId xmlns:a16="http://schemas.microsoft.com/office/drawing/2014/main" id="{BA656C98-0C35-D34A-9B1E-946C107C4BD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357313" y="1049338"/>
            <a:ext cx="388937" cy="195262"/>
            <a:chOff x="2336" y="3022"/>
            <a:chExt cx="272" cy="136"/>
          </a:xfrm>
        </p:grpSpPr>
        <p:sp>
          <p:nvSpPr>
            <p:cNvPr id="4224" name="Oval 75">
              <a:extLst>
                <a:ext uri="{FF2B5EF4-FFF2-40B4-BE49-F238E27FC236}">
                  <a16:creationId xmlns:a16="http://schemas.microsoft.com/office/drawing/2014/main" id="{3816CC26-D396-827B-B49E-6D9036FE9F6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72" y="3022"/>
              <a:ext cx="136" cy="136"/>
            </a:xfrm>
            <a:prstGeom prst="ellipse">
              <a:avLst/>
            </a:prstGeom>
            <a:noFill/>
            <a:ln w="19050">
              <a:solidFill>
                <a:srgbClr val="FF99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225" name="Line 76">
              <a:extLst>
                <a:ext uri="{FF2B5EF4-FFF2-40B4-BE49-F238E27FC236}">
                  <a16:creationId xmlns:a16="http://schemas.microsoft.com/office/drawing/2014/main" id="{A4616E67-95E1-21EA-A177-387785C54A8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495" y="3090"/>
              <a:ext cx="91" cy="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26" name="Line 77">
              <a:extLst>
                <a:ext uri="{FF2B5EF4-FFF2-40B4-BE49-F238E27FC236}">
                  <a16:creationId xmlns:a16="http://schemas.microsoft.com/office/drawing/2014/main" id="{4E7971A9-ED8A-8D74-BD2E-BC31FCFA06E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336" y="3089"/>
              <a:ext cx="136" cy="0"/>
            </a:xfrm>
            <a:prstGeom prst="line">
              <a:avLst/>
            </a:prstGeom>
            <a:noFill/>
            <a:ln w="19050">
              <a:solidFill>
                <a:srgbClr val="FF99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7" name="Group 78">
            <a:extLst>
              <a:ext uri="{FF2B5EF4-FFF2-40B4-BE49-F238E27FC236}">
                <a16:creationId xmlns:a16="http://schemas.microsoft.com/office/drawing/2014/main" id="{A0198B17-C83F-BD60-E210-DF6CFEE5260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162175" y="1049338"/>
            <a:ext cx="388938" cy="195262"/>
            <a:chOff x="2336" y="3022"/>
            <a:chExt cx="272" cy="136"/>
          </a:xfrm>
        </p:grpSpPr>
        <p:sp>
          <p:nvSpPr>
            <p:cNvPr id="4221" name="Oval 79">
              <a:extLst>
                <a:ext uri="{FF2B5EF4-FFF2-40B4-BE49-F238E27FC236}">
                  <a16:creationId xmlns:a16="http://schemas.microsoft.com/office/drawing/2014/main" id="{47EAF803-B3DB-8C28-0ECB-6D38065033F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72" y="3022"/>
              <a:ext cx="136" cy="136"/>
            </a:xfrm>
            <a:prstGeom prst="ellipse">
              <a:avLst/>
            </a:prstGeom>
            <a:noFill/>
            <a:ln w="19050">
              <a:solidFill>
                <a:srgbClr val="FF99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222" name="Line 80">
              <a:extLst>
                <a:ext uri="{FF2B5EF4-FFF2-40B4-BE49-F238E27FC236}">
                  <a16:creationId xmlns:a16="http://schemas.microsoft.com/office/drawing/2014/main" id="{9DC5D68A-5B7F-F155-361F-04EBFFF9CD4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495" y="3090"/>
              <a:ext cx="91" cy="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23" name="Line 81">
              <a:extLst>
                <a:ext uri="{FF2B5EF4-FFF2-40B4-BE49-F238E27FC236}">
                  <a16:creationId xmlns:a16="http://schemas.microsoft.com/office/drawing/2014/main" id="{E4BFA01D-A021-1D14-5C05-6559F1DA15D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336" y="3089"/>
              <a:ext cx="136" cy="0"/>
            </a:xfrm>
            <a:prstGeom prst="line">
              <a:avLst/>
            </a:prstGeom>
            <a:noFill/>
            <a:ln w="19050">
              <a:solidFill>
                <a:srgbClr val="FF99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1" name="Group 82">
            <a:extLst>
              <a:ext uri="{FF2B5EF4-FFF2-40B4-BE49-F238E27FC236}">
                <a16:creationId xmlns:a16="http://schemas.microsoft.com/office/drawing/2014/main" id="{D3B592C2-E147-2B36-5797-B2D9D467453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357313" y="1654175"/>
            <a:ext cx="388937" cy="195263"/>
            <a:chOff x="2336" y="3022"/>
            <a:chExt cx="272" cy="136"/>
          </a:xfrm>
        </p:grpSpPr>
        <p:sp>
          <p:nvSpPr>
            <p:cNvPr id="4218" name="Oval 83">
              <a:extLst>
                <a:ext uri="{FF2B5EF4-FFF2-40B4-BE49-F238E27FC236}">
                  <a16:creationId xmlns:a16="http://schemas.microsoft.com/office/drawing/2014/main" id="{25D64669-3DDD-4537-9D00-9C6D5394CFB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72" y="3022"/>
              <a:ext cx="136" cy="136"/>
            </a:xfrm>
            <a:prstGeom prst="ellipse">
              <a:avLst/>
            </a:prstGeom>
            <a:noFill/>
            <a:ln w="19050">
              <a:solidFill>
                <a:srgbClr val="FF99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219" name="Line 84">
              <a:extLst>
                <a:ext uri="{FF2B5EF4-FFF2-40B4-BE49-F238E27FC236}">
                  <a16:creationId xmlns:a16="http://schemas.microsoft.com/office/drawing/2014/main" id="{AAD400C2-A7DD-1525-5B77-569A0E7989F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495" y="3090"/>
              <a:ext cx="91" cy="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20" name="Line 85">
              <a:extLst>
                <a:ext uri="{FF2B5EF4-FFF2-40B4-BE49-F238E27FC236}">
                  <a16:creationId xmlns:a16="http://schemas.microsoft.com/office/drawing/2014/main" id="{3710FCFD-889B-EC41-837F-DAF41858C65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336" y="3089"/>
              <a:ext cx="136" cy="0"/>
            </a:xfrm>
            <a:prstGeom prst="line">
              <a:avLst/>
            </a:prstGeom>
            <a:noFill/>
            <a:ln w="19050">
              <a:solidFill>
                <a:srgbClr val="FF99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5" name="Group 86">
            <a:extLst>
              <a:ext uri="{FF2B5EF4-FFF2-40B4-BE49-F238E27FC236}">
                <a16:creationId xmlns:a16="http://schemas.microsoft.com/office/drawing/2014/main" id="{95772D03-EDF1-BDEB-C583-E4D12BA1DA4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573213" y="1365250"/>
            <a:ext cx="388937" cy="195263"/>
            <a:chOff x="2336" y="3022"/>
            <a:chExt cx="272" cy="136"/>
          </a:xfrm>
        </p:grpSpPr>
        <p:sp>
          <p:nvSpPr>
            <p:cNvPr id="4215" name="Oval 87">
              <a:extLst>
                <a:ext uri="{FF2B5EF4-FFF2-40B4-BE49-F238E27FC236}">
                  <a16:creationId xmlns:a16="http://schemas.microsoft.com/office/drawing/2014/main" id="{8EBDC95E-F0B7-EA0C-B7BA-8C8DA300D40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72" y="3022"/>
              <a:ext cx="136" cy="136"/>
            </a:xfrm>
            <a:prstGeom prst="ellipse">
              <a:avLst/>
            </a:prstGeom>
            <a:noFill/>
            <a:ln w="19050">
              <a:solidFill>
                <a:srgbClr val="FF99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216" name="Line 88">
              <a:extLst>
                <a:ext uri="{FF2B5EF4-FFF2-40B4-BE49-F238E27FC236}">
                  <a16:creationId xmlns:a16="http://schemas.microsoft.com/office/drawing/2014/main" id="{706845A9-08DD-9F3D-4764-CDDB5B6F337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495" y="3090"/>
              <a:ext cx="91" cy="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7" name="Line 89">
              <a:extLst>
                <a:ext uri="{FF2B5EF4-FFF2-40B4-BE49-F238E27FC236}">
                  <a16:creationId xmlns:a16="http://schemas.microsoft.com/office/drawing/2014/main" id="{B648C267-0B9A-2FAF-0252-23353322197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336" y="3089"/>
              <a:ext cx="136" cy="0"/>
            </a:xfrm>
            <a:prstGeom prst="line">
              <a:avLst/>
            </a:prstGeom>
            <a:noFill/>
            <a:ln w="19050">
              <a:solidFill>
                <a:srgbClr val="FF99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9" name="Group 90">
            <a:extLst>
              <a:ext uri="{FF2B5EF4-FFF2-40B4-BE49-F238E27FC236}">
                <a16:creationId xmlns:a16="http://schemas.microsoft.com/office/drawing/2014/main" id="{D07350F7-A71B-CA24-15AC-6C911F17D71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005013" y="1654175"/>
            <a:ext cx="388937" cy="195263"/>
            <a:chOff x="2336" y="3022"/>
            <a:chExt cx="272" cy="136"/>
          </a:xfrm>
        </p:grpSpPr>
        <p:sp>
          <p:nvSpPr>
            <p:cNvPr id="4212" name="Oval 91">
              <a:extLst>
                <a:ext uri="{FF2B5EF4-FFF2-40B4-BE49-F238E27FC236}">
                  <a16:creationId xmlns:a16="http://schemas.microsoft.com/office/drawing/2014/main" id="{B14644FE-51FB-E376-77A4-F699AC17CCC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72" y="3022"/>
              <a:ext cx="136" cy="136"/>
            </a:xfrm>
            <a:prstGeom prst="ellipse">
              <a:avLst/>
            </a:prstGeom>
            <a:noFill/>
            <a:ln w="19050">
              <a:solidFill>
                <a:srgbClr val="FF99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213" name="Line 92">
              <a:extLst>
                <a:ext uri="{FF2B5EF4-FFF2-40B4-BE49-F238E27FC236}">
                  <a16:creationId xmlns:a16="http://schemas.microsoft.com/office/drawing/2014/main" id="{3F556194-3361-B392-578A-79BCDF5086F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495" y="3090"/>
              <a:ext cx="91" cy="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4" name="Line 93">
              <a:extLst>
                <a:ext uri="{FF2B5EF4-FFF2-40B4-BE49-F238E27FC236}">
                  <a16:creationId xmlns:a16="http://schemas.microsoft.com/office/drawing/2014/main" id="{F4389AF4-2F76-F84A-72F0-6CA7D192171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336" y="3089"/>
              <a:ext cx="136" cy="0"/>
            </a:xfrm>
            <a:prstGeom prst="line">
              <a:avLst/>
            </a:prstGeom>
            <a:noFill/>
            <a:ln w="19050">
              <a:solidFill>
                <a:srgbClr val="FF99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3" name="Group 94">
            <a:extLst>
              <a:ext uri="{FF2B5EF4-FFF2-40B4-BE49-F238E27FC236}">
                <a16:creationId xmlns:a16="http://schemas.microsoft.com/office/drawing/2014/main" id="{5061E5E2-DCC7-79D6-856B-66616621590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600200" y="1971675"/>
            <a:ext cx="388938" cy="195263"/>
            <a:chOff x="2336" y="3022"/>
            <a:chExt cx="272" cy="136"/>
          </a:xfrm>
        </p:grpSpPr>
        <p:sp>
          <p:nvSpPr>
            <p:cNvPr id="4209" name="Oval 95">
              <a:extLst>
                <a:ext uri="{FF2B5EF4-FFF2-40B4-BE49-F238E27FC236}">
                  <a16:creationId xmlns:a16="http://schemas.microsoft.com/office/drawing/2014/main" id="{E9CBFAFC-2BB9-6DA0-3ADC-2650E4957C8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72" y="3022"/>
              <a:ext cx="136" cy="136"/>
            </a:xfrm>
            <a:prstGeom prst="ellipse">
              <a:avLst/>
            </a:prstGeom>
            <a:noFill/>
            <a:ln w="19050">
              <a:solidFill>
                <a:srgbClr val="FF99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210" name="Line 96">
              <a:extLst>
                <a:ext uri="{FF2B5EF4-FFF2-40B4-BE49-F238E27FC236}">
                  <a16:creationId xmlns:a16="http://schemas.microsoft.com/office/drawing/2014/main" id="{A67B57A9-A5F1-C14C-AA99-4646F74AFBE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495" y="3090"/>
              <a:ext cx="91" cy="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1" name="Line 97">
              <a:extLst>
                <a:ext uri="{FF2B5EF4-FFF2-40B4-BE49-F238E27FC236}">
                  <a16:creationId xmlns:a16="http://schemas.microsoft.com/office/drawing/2014/main" id="{C3E5CD1B-F73C-8947-732E-3CE6D1AE0A2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336" y="3089"/>
              <a:ext cx="136" cy="0"/>
            </a:xfrm>
            <a:prstGeom prst="line">
              <a:avLst/>
            </a:prstGeom>
            <a:noFill/>
            <a:ln w="19050">
              <a:solidFill>
                <a:srgbClr val="FF99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7" name="Group 98">
            <a:extLst>
              <a:ext uri="{FF2B5EF4-FFF2-40B4-BE49-F238E27FC236}">
                <a16:creationId xmlns:a16="http://schemas.microsoft.com/office/drawing/2014/main" id="{DC34CCFA-47D0-27E4-1FDA-86A29F9A84E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005013" y="2273300"/>
            <a:ext cx="388937" cy="195263"/>
            <a:chOff x="2336" y="3022"/>
            <a:chExt cx="272" cy="136"/>
          </a:xfrm>
        </p:grpSpPr>
        <p:sp>
          <p:nvSpPr>
            <p:cNvPr id="4206" name="Oval 99">
              <a:extLst>
                <a:ext uri="{FF2B5EF4-FFF2-40B4-BE49-F238E27FC236}">
                  <a16:creationId xmlns:a16="http://schemas.microsoft.com/office/drawing/2014/main" id="{EB30FD6C-9B4E-9CF1-E2FB-1CD9693055B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72" y="3022"/>
              <a:ext cx="136" cy="136"/>
            </a:xfrm>
            <a:prstGeom prst="ellipse">
              <a:avLst/>
            </a:prstGeom>
            <a:noFill/>
            <a:ln w="19050">
              <a:solidFill>
                <a:srgbClr val="FF99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207" name="Line 100">
              <a:extLst>
                <a:ext uri="{FF2B5EF4-FFF2-40B4-BE49-F238E27FC236}">
                  <a16:creationId xmlns:a16="http://schemas.microsoft.com/office/drawing/2014/main" id="{2BF502E8-84B4-F9DD-FC8D-CD732AB17F0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495" y="3090"/>
              <a:ext cx="91" cy="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8" name="Line 101">
              <a:extLst>
                <a:ext uri="{FF2B5EF4-FFF2-40B4-BE49-F238E27FC236}">
                  <a16:creationId xmlns:a16="http://schemas.microsoft.com/office/drawing/2014/main" id="{DE0B77FE-14AB-8622-2CB6-31886C75857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336" y="3089"/>
              <a:ext cx="136" cy="0"/>
            </a:xfrm>
            <a:prstGeom prst="line">
              <a:avLst/>
            </a:prstGeom>
            <a:noFill/>
            <a:ln w="19050">
              <a:solidFill>
                <a:srgbClr val="FF99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51" name="Object 102">
            <a:extLst>
              <a:ext uri="{FF2B5EF4-FFF2-40B4-BE49-F238E27FC236}">
                <a16:creationId xmlns:a16="http://schemas.microsoft.com/office/drawing/2014/main" id="{081BD824-943E-1447-BA70-8B85C9AC0B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55925" y="1236663"/>
          <a:ext cx="4000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6259" imgH="152400" progId="Equation.3">
                  <p:embed/>
                </p:oleObj>
              </mc:Choice>
              <mc:Fallback>
                <p:oleObj name="公式" r:id="rId2" imgW="76259" imgH="152400" progId="Equation.3">
                  <p:embed/>
                  <p:pic>
                    <p:nvPicPr>
                      <p:cNvPr id="0" name="Object 1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5925" y="1236663"/>
                        <a:ext cx="40005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2" name="Group 103">
            <a:extLst>
              <a:ext uri="{FF2B5EF4-FFF2-40B4-BE49-F238E27FC236}">
                <a16:creationId xmlns:a16="http://schemas.microsoft.com/office/drawing/2014/main" id="{2F54FA3F-783F-B286-1931-5340417E74AD}"/>
              </a:ext>
            </a:extLst>
          </p:cNvPr>
          <p:cNvGrpSpPr>
            <a:grpSpLocks/>
          </p:cNvGrpSpPr>
          <p:nvPr/>
        </p:nvGrpSpPr>
        <p:grpSpPr bwMode="auto">
          <a:xfrm>
            <a:off x="3509963" y="992188"/>
            <a:ext cx="2016125" cy="1216025"/>
            <a:chOff x="797" y="2755"/>
            <a:chExt cx="1270" cy="766"/>
          </a:xfrm>
        </p:grpSpPr>
        <p:sp>
          <p:nvSpPr>
            <p:cNvPr id="4201" name="Line 104">
              <a:extLst>
                <a:ext uri="{FF2B5EF4-FFF2-40B4-BE49-F238E27FC236}">
                  <a16:creationId xmlns:a16="http://schemas.microsoft.com/office/drawing/2014/main" id="{DE411FEC-A729-4C5E-BEDC-F2F5242E8A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7" y="2755"/>
              <a:ext cx="1270" cy="0"/>
            </a:xfrm>
            <a:prstGeom prst="line">
              <a:avLst/>
            </a:prstGeom>
            <a:noFill/>
            <a:ln w="19050">
              <a:solidFill>
                <a:srgbClr val="00CC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2" name="Line 105">
              <a:extLst>
                <a:ext uri="{FF2B5EF4-FFF2-40B4-BE49-F238E27FC236}">
                  <a16:creationId xmlns:a16="http://schemas.microsoft.com/office/drawing/2014/main" id="{6B4B4E38-7521-A4EE-0B17-DF21D06810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7" y="2946"/>
              <a:ext cx="1270" cy="0"/>
            </a:xfrm>
            <a:prstGeom prst="line">
              <a:avLst/>
            </a:prstGeom>
            <a:noFill/>
            <a:ln w="19050">
              <a:solidFill>
                <a:srgbClr val="00CC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3" name="Line 106">
              <a:extLst>
                <a:ext uri="{FF2B5EF4-FFF2-40B4-BE49-F238E27FC236}">
                  <a16:creationId xmlns:a16="http://schemas.microsoft.com/office/drawing/2014/main" id="{C0D87171-99C9-749C-F8BA-E805AB44D2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7" y="3138"/>
              <a:ext cx="1270" cy="0"/>
            </a:xfrm>
            <a:prstGeom prst="line">
              <a:avLst/>
            </a:prstGeom>
            <a:noFill/>
            <a:ln w="19050">
              <a:solidFill>
                <a:srgbClr val="00CC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4" name="Line 107">
              <a:extLst>
                <a:ext uri="{FF2B5EF4-FFF2-40B4-BE49-F238E27FC236}">
                  <a16:creationId xmlns:a16="http://schemas.microsoft.com/office/drawing/2014/main" id="{45C5416C-3B90-13E9-0AB2-9BF44A156A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7" y="3329"/>
              <a:ext cx="1270" cy="0"/>
            </a:xfrm>
            <a:prstGeom prst="line">
              <a:avLst/>
            </a:prstGeom>
            <a:noFill/>
            <a:ln w="19050">
              <a:solidFill>
                <a:srgbClr val="00CC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5" name="Line 108">
              <a:extLst>
                <a:ext uri="{FF2B5EF4-FFF2-40B4-BE49-F238E27FC236}">
                  <a16:creationId xmlns:a16="http://schemas.microsoft.com/office/drawing/2014/main" id="{2C27C49A-5522-50C5-F992-AF1F29A849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7" y="3521"/>
              <a:ext cx="1270" cy="0"/>
            </a:xfrm>
            <a:prstGeom prst="line">
              <a:avLst/>
            </a:prstGeom>
            <a:noFill/>
            <a:ln w="19050">
              <a:solidFill>
                <a:srgbClr val="00CC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58" name="Object 109">
            <a:extLst>
              <a:ext uri="{FF2B5EF4-FFF2-40B4-BE49-F238E27FC236}">
                <a16:creationId xmlns:a16="http://schemas.microsoft.com/office/drawing/2014/main" id="{D2AF835D-5145-C940-FE42-E3A709C448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35613" y="1228725"/>
          <a:ext cx="4000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76259" imgH="152400" progId="Equation.3">
                  <p:embed/>
                </p:oleObj>
              </mc:Choice>
              <mc:Fallback>
                <p:oleObj name="公式" r:id="rId4" imgW="76259" imgH="152400" progId="Equation.3">
                  <p:embed/>
                  <p:pic>
                    <p:nvPicPr>
                      <p:cNvPr id="0" name="Object 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5613" y="1228725"/>
                        <a:ext cx="40005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9" name="Group 110">
            <a:extLst>
              <a:ext uri="{FF2B5EF4-FFF2-40B4-BE49-F238E27FC236}">
                <a16:creationId xmlns:a16="http://schemas.microsoft.com/office/drawing/2014/main" id="{4E6F3567-1DEC-70F7-64A7-EA39CB8159BB}"/>
              </a:ext>
            </a:extLst>
          </p:cNvPr>
          <p:cNvGrpSpPr>
            <a:grpSpLocks/>
          </p:cNvGrpSpPr>
          <p:nvPr/>
        </p:nvGrpSpPr>
        <p:grpSpPr bwMode="auto">
          <a:xfrm>
            <a:off x="3759200" y="815975"/>
            <a:ext cx="130175" cy="1541463"/>
            <a:chOff x="2583" y="2559"/>
            <a:chExt cx="82" cy="971"/>
          </a:xfrm>
        </p:grpSpPr>
        <p:sp>
          <p:nvSpPr>
            <p:cNvPr id="4195" name="Line 111">
              <a:extLst>
                <a:ext uri="{FF2B5EF4-FFF2-40B4-BE49-F238E27FC236}">
                  <a16:creationId xmlns:a16="http://schemas.microsoft.com/office/drawing/2014/main" id="{1115A5D7-5740-7E88-A3D1-05E1953316B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583" y="2769"/>
              <a:ext cx="82" cy="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6" name="Line 112">
              <a:extLst>
                <a:ext uri="{FF2B5EF4-FFF2-40B4-BE49-F238E27FC236}">
                  <a16:creationId xmlns:a16="http://schemas.microsoft.com/office/drawing/2014/main" id="{1F9C76B6-09A3-5843-8C15-76CE1A018CF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583" y="2958"/>
              <a:ext cx="82" cy="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7" name="Line 113">
              <a:extLst>
                <a:ext uri="{FF2B5EF4-FFF2-40B4-BE49-F238E27FC236}">
                  <a16:creationId xmlns:a16="http://schemas.microsoft.com/office/drawing/2014/main" id="{4A3DB8D7-B8D9-0DF3-A0F3-360FCB5098A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583" y="3149"/>
              <a:ext cx="82" cy="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8" name="Line 114">
              <a:extLst>
                <a:ext uri="{FF2B5EF4-FFF2-40B4-BE49-F238E27FC236}">
                  <a16:creationId xmlns:a16="http://schemas.microsoft.com/office/drawing/2014/main" id="{F66C8060-A725-8C79-D0E6-510EE4A2A83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583" y="3335"/>
              <a:ext cx="82" cy="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" name="Line 115">
              <a:extLst>
                <a:ext uri="{FF2B5EF4-FFF2-40B4-BE49-F238E27FC236}">
                  <a16:creationId xmlns:a16="http://schemas.microsoft.com/office/drawing/2014/main" id="{750EE836-8150-46C1-6C60-262D26B0567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583" y="3530"/>
              <a:ext cx="82" cy="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" name="Line 116">
              <a:extLst>
                <a:ext uri="{FF2B5EF4-FFF2-40B4-BE49-F238E27FC236}">
                  <a16:creationId xmlns:a16="http://schemas.microsoft.com/office/drawing/2014/main" id="{E67A837F-358C-6D5B-BCD0-8BC8D058224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583" y="2559"/>
              <a:ext cx="82" cy="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6" name="Group 117">
            <a:extLst>
              <a:ext uri="{FF2B5EF4-FFF2-40B4-BE49-F238E27FC236}">
                <a16:creationId xmlns:a16="http://schemas.microsoft.com/office/drawing/2014/main" id="{50D8AC17-604C-9F8B-863D-718D4BCF42A9}"/>
              </a:ext>
            </a:extLst>
          </p:cNvPr>
          <p:cNvGrpSpPr>
            <a:grpSpLocks/>
          </p:cNvGrpSpPr>
          <p:nvPr/>
        </p:nvGrpSpPr>
        <p:grpSpPr bwMode="auto">
          <a:xfrm>
            <a:off x="5127625" y="750888"/>
            <a:ext cx="130175" cy="1673225"/>
            <a:chOff x="3445" y="2518"/>
            <a:chExt cx="82" cy="1054"/>
          </a:xfrm>
        </p:grpSpPr>
        <p:grpSp>
          <p:nvGrpSpPr>
            <p:cNvPr id="4177" name="Group 118">
              <a:extLst>
                <a:ext uri="{FF2B5EF4-FFF2-40B4-BE49-F238E27FC236}">
                  <a16:creationId xmlns:a16="http://schemas.microsoft.com/office/drawing/2014/main" id="{174E0CE6-EE3B-D30B-B463-F204F0EED7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45" y="2728"/>
              <a:ext cx="82" cy="83"/>
              <a:chOff x="4502" y="2320"/>
              <a:chExt cx="82" cy="83"/>
            </a:xfrm>
          </p:grpSpPr>
          <p:sp>
            <p:nvSpPr>
              <p:cNvPr id="4193" name="Line 119">
                <a:extLst>
                  <a:ext uri="{FF2B5EF4-FFF2-40B4-BE49-F238E27FC236}">
                    <a16:creationId xmlns:a16="http://schemas.microsoft.com/office/drawing/2014/main" id="{3F04477D-685D-21AE-B676-BFC1D720C12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502" y="2361"/>
                <a:ext cx="82" cy="0"/>
              </a:xfrm>
              <a:prstGeom prst="line">
                <a:avLst/>
              </a:prstGeom>
              <a:noFill/>
              <a:ln w="28575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94" name="Line 120">
                <a:extLst>
                  <a:ext uri="{FF2B5EF4-FFF2-40B4-BE49-F238E27FC236}">
                    <a16:creationId xmlns:a16="http://schemas.microsoft.com/office/drawing/2014/main" id="{1BF1FAAD-0F67-2094-9DB6-01F9B6B835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43" y="2320"/>
                <a:ext cx="0" cy="83"/>
              </a:xfrm>
              <a:prstGeom prst="line">
                <a:avLst/>
              </a:prstGeom>
              <a:noFill/>
              <a:ln w="28575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178" name="Group 121">
              <a:extLst>
                <a:ext uri="{FF2B5EF4-FFF2-40B4-BE49-F238E27FC236}">
                  <a16:creationId xmlns:a16="http://schemas.microsoft.com/office/drawing/2014/main" id="{54F41283-C392-CEE0-2AD8-CBF2AFC7D9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45" y="2917"/>
              <a:ext cx="82" cy="83"/>
              <a:chOff x="4502" y="2320"/>
              <a:chExt cx="82" cy="83"/>
            </a:xfrm>
          </p:grpSpPr>
          <p:sp>
            <p:nvSpPr>
              <p:cNvPr id="4191" name="Line 122">
                <a:extLst>
                  <a:ext uri="{FF2B5EF4-FFF2-40B4-BE49-F238E27FC236}">
                    <a16:creationId xmlns:a16="http://schemas.microsoft.com/office/drawing/2014/main" id="{F8D4EEA5-4989-3DE5-CDB1-B5337D9CC0E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502" y="2361"/>
                <a:ext cx="82" cy="0"/>
              </a:xfrm>
              <a:prstGeom prst="line">
                <a:avLst/>
              </a:prstGeom>
              <a:noFill/>
              <a:ln w="28575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92" name="Line 123">
                <a:extLst>
                  <a:ext uri="{FF2B5EF4-FFF2-40B4-BE49-F238E27FC236}">
                    <a16:creationId xmlns:a16="http://schemas.microsoft.com/office/drawing/2014/main" id="{F30CDF32-FABC-0E83-BC65-6825DC0CB9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43" y="2320"/>
                <a:ext cx="0" cy="83"/>
              </a:xfrm>
              <a:prstGeom prst="line">
                <a:avLst/>
              </a:prstGeom>
              <a:noFill/>
              <a:ln w="28575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179" name="Group 124">
              <a:extLst>
                <a:ext uri="{FF2B5EF4-FFF2-40B4-BE49-F238E27FC236}">
                  <a16:creationId xmlns:a16="http://schemas.microsoft.com/office/drawing/2014/main" id="{22BAB90F-DDB6-16A4-0F87-83FA5B8418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45" y="3108"/>
              <a:ext cx="82" cy="83"/>
              <a:chOff x="4502" y="2320"/>
              <a:chExt cx="82" cy="83"/>
            </a:xfrm>
          </p:grpSpPr>
          <p:sp>
            <p:nvSpPr>
              <p:cNvPr id="4189" name="Line 125">
                <a:extLst>
                  <a:ext uri="{FF2B5EF4-FFF2-40B4-BE49-F238E27FC236}">
                    <a16:creationId xmlns:a16="http://schemas.microsoft.com/office/drawing/2014/main" id="{BF7BAA1B-24BA-E701-BDA9-BF0B6B2BDAD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502" y="2361"/>
                <a:ext cx="82" cy="0"/>
              </a:xfrm>
              <a:prstGeom prst="line">
                <a:avLst/>
              </a:prstGeom>
              <a:noFill/>
              <a:ln w="28575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90" name="Line 126">
                <a:extLst>
                  <a:ext uri="{FF2B5EF4-FFF2-40B4-BE49-F238E27FC236}">
                    <a16:creationId xmlns:a16="http://schemas.microsoft.com/office/drawing/2014/main" id="{431AC00A-EC08-4F12-83C8-2F226E4914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43" y="2320"/>
                <a:ext cx="0" cy="83"/>
              </a:xfrm>
              <a:prstGeom prst="line">
                <a:avLst/>
              </a:prstGeom>
              <a:noFill/>
              <a:ln w="28575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180" name="Group 127">
              <a:extLst>
                <a:ext uri="{FF2B5EF4-FFF2-40B4-BE49-F238E27FC236}">
                  <a16:creationId xmlns:a16="http://schemas.microsoft.com/office/drawing/2014/main" id="{262D0878-5933-6C1B-DBC0-8E03B9D22A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45" y="3294"/>
              <a:ext cx="82" cy="83"/>
              <a:chOff x="4502" y="2320"/>
              <a:chExt cx="82" cy="83"/>
            </a:xfrm>
          </p:grpSpPr>
          <p:sp>
            <p:nvSpPr>
              <p:cNvPr id="4187" name="Line 128">
                <a:extLst>
                  <a:ext uri="{FF2B5EF4-FFF2-40B4-BE49-F238E27FC236}">
                    <a16:creationId xmlns:a16="http://schemas.microsoft.com/office/drawing/2014/main" id="{9AC27514-0E93-7436-73E6-3E2E81727ED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502" y="2361"/>
                <a:ext cx="82" cy="0"/>
              </a:xfrm>
              <a:prstGeom prst="line">
                <a:avLst/>
              </a:prstGeom>
              <a:noFill/>
              <a:ln w="28575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88" name="Line 129">
                <a:extLst>
                  <a:ext uri="{FF2B5EF4-FFF2-40B4-BE49-F238E27FC236}">
                    <a16:creationId xmlns:a16="http://schemas.microsoft.com/office/drawing/2014/main" id="{802AD93B-A43B-3F25-5DE8-CC97379CC7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43" y="2320"/>
                <a:ext cx="0" cy="83"/>
              </a:xfrm>
              <a:prstGeom prst="line">
                <a:avLst/>
              </a:prstGeom>
              <a:noFill/>
              <a:ln w="28575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181" name="Group 130">
              <a:extLst>
                <a:ext uri="{FF2B5EF4-FFF2-40B4-BE49-F238E27FC236}">
                  <a16:creationId xmlns:a16="http://schemas.microsoft.com/office/drawing/2014/main" id="{93909727-EB9D-92CA-C191-E838CF6FD9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45" y="3489"/>
              <a:ext cx="82" cy="83"/>
              <a:chOff x="4502" y="2320"/>
              <a:chExt cx="82" cy="83"/>
            </a:xfrm>
          </p:grpSpPr>
          <p:sp>
            <p:nvSpPr>
              <p:cNvPr id="4185" name="Line 131">
                <a:extLst>
                  <a:ext uri="{FF2B5EF4-FFF2-40B4-BE49-F238E27FC236}">
                    <a16:creationId xmlns:a16="http://schemas.microsoft.com/office/drawing/2014/main" id="{14C62B3D-862E-7293-472A-E6755D9165E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502" y="2361"/>
                <a:ext cx="82" cy="0"/>
              </a:xfrm>
              <a:prstGeom prst="line">
                <a:avLst/>
              </a:prstGeom>
              <a:noFill/>
              <a:ln w="28575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86" name="Line 132">
                <a:extLst>
                  <a:ext uri="{FF2B5EF4-FFF2-40B4-BE49-F238E27FC236}">
                    <a16:creationId xmlns:a16="http://schemas.microsoft.com/office/drawing/2014/main" id="{5D443377-2DF4-561A-520D-44D9BC837F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43" y="2320"/>
                <a:ext cx="0" cy="83"/>
              </a:xfrm>
              <a:prstGeom prst="line">
                <a:avLst/>
              </a:prstGeom>
              <a:noFill/>
              <a:ln w="28575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182" name="Group 133">
              <a:extLst>
                <a:ext uri="{FF2B5EF4-FFF2-40B4-BE49-F238E27FC236}">
                  <a16:creationId xmlns:a16="http://schemas.microsoft.com/office/drawing/2014/main" id="{E6B275DB-A317-C807-8926-052806D7DF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45" y="2518"/>
              <a:ext cx="82" cy="83"/>
              <a:chOff x="4502" y="2320"/>
              <a:chExt cx="82" cy="83"/>
            </a:xfrm>
          </p:grpSpPr>
          <p:sp>
            <p:nvSpPr>
              <p:cNvPr id="4183" name="Line 134">
                <a:extLst>
                  <a:ext uri="{FF2B5EF4-FFF2-40B4-BE49-F238E27FC236}">
                    <a16:creationId xmlns:a16="http://schemas.microsoft.com/office/drawing/2014/main" id="{69F1305B-E0E9-C2B8-E2EC-4E7BE1A585F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502" y="2361"/>
                <a:ext cx="82" cy="0"/>
              </a:xfrm>
              <a:prstGeom prst="line">
                <a:avLst/>
              </a:prstGeom>
              <a:noFill/>
              <a:ln w="28575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84" name="Line 135">
                <a:extLst>
                  <a:ext uri="{FF2B5EF4-FFF2-40B4-BE49-F238E27FC236}">
                    <a16:creationId xmlns:a16="http://schemas.microsoft.com/office/drawing/2014/main" id="{33A27A50-BD16-145B-5AFA-7ACD66A1DF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43" y="2320"/>
                <a:ext cx="0" cy="83"/>
              </a:xfrm>
              <a:prstGeom prst="line">
                <a:avLst/>
              </a:prstGeom>
              <a:noFill/>
              <a:ln w="28575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85" name="Group 136">
            <a:extLst>
              <a:ext uri="{FF2B5EF4-FFF2-40B4-BE49-F238E27FC236}">
                <a16:creationId xmlns:a16="http://schemas.microsoft.com/office/drawing/2014/main" id="{9A71FD84-193D-0E84-0602-0F5799D9ADBF}"/>
              </a:ext>
            </a:extLst>
          </p:cNvPr>
          <p:cNvGrpSpPr>
            <a:grpSpLocks/>
          </p:cNvGrpSpPr>
          <p:nvPr/>
        </p:nvGrpSpPr>
        <p:grpSpPr bwMode="auto">
          <a:xfrm>
            <a:off x="3970338" y="815975"/>
            <a:ext cx="1079500" cy="1541463"/>
            <a:chOff x="2716" y="2559"/>
            <a:chExt cx="680" cy="971"/>
          </a:xfrm>
        </p:grpSpPr>
        <p:sp>
          <p:nvSpPr>
            <p:cNvPr id="4171" name="Line 137">
              <a:extLst>
                <a:ext uri="{FF2B5EF4-FFF2-40B4-BE49-F238E27FC236}">
                  <a16:creationId xmlns:a16="http://schemas.microsoft.com/office/drawing/2014/main" id="{03499D9B-2429-6C91-9DE3-F2B8FEF9BC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16" y="2769"/>
              <a:ext cx="680" cy="0"/>
            </a:xfrm>
            <a:prstGeom prst="line">
              <a:avLst/>
            </a:prstGeom>
            <a:noFill/>
            <a:ln w="19050">
              <a:solidFill>
                <a:srgbClr val="FF99CC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72" name="Line 138">
              <a:extLst>
                <a:ext uri="{FF2B5EF4-FFF2-40B4-BE49-F238E27FC236}">
                  <a16:creationId xmlns:a16="http://schemas.microsoft.com/office/drawing/2014/main" id="{C0A5D97C-E232-3320-0F49-FF94A83B5A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16" y="2958"/>
              <a:ext cx="680" cy="0"/>
            </a:xfrm>
            <a:prstGeom prst="line">
              <a:avLst/>
            </a:prstGeom>
            <a:noFill/>
            <a:ln w="19050">
              <a:solidFill>
                <a:srgbClr val="FF99CC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73" name="Line 139">
              <a:extLst>
                <a:ext uri="{FF2B5EF4-FFF2-40B4-BE49-F238E27FC236}">
                  <a16:creationId xmlns:a16="http://schemas.microsoft.com/office/drawing/2014/main" id="{BE076CFC-33CC-BE4D-E9E3-874B814106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16" y="3149"/>
              <a:ext cx="680" cy="0"/>
            </a:xfrm>
            <a:prstGeom prst="line">
              <a:avLst/>
            </a:prstGeom>
            <a:noFill/>
            <a:ln w="19050">
              <a:solidFill>
                <a:srgbClr val="FF99CC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74" name="Line 140">
              <a:extLst>
                <a:ext uri="{FF2B5EF4-FFF2-40B4-BE49-F238E27FC236}">
                  <a16:creationId xmlns:a16="http://schemas.microsoft.com/office/drawing/2014/main" id="{8324BC63-23F8-973C-CE3D-61357A4E45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16" y="3335"/>
              <a:ext cx="680" cy="0"/>
            </a:xfrm>
            <a:prstGeom prst="line">
              <a:avLst/>
            </a:prstGeom>
            <a:noFill/>
            <a:ln w="19050">
              <a:solidFill>
                <a:srgbClr val="FF99CC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75" name="Line 141">
              <a:extLst>
                <a:ext uri="{FF2B5EF4-FFF2-40B4-BE49-F238E27FC236}">
                  <a16:creationId xmlns:a16="http://schemas.microsoft.com/office/drawing/2014/main" id="{31EC90CE-F273-E768-03E9-5A48842F60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16" y="3530"/>
              <a:ext cx="680" cy="0"/>
            </a:xfrm>
            <a:prstGeom prst="line">
              <a:avLst/>
            </a:prstGeom>
            <a:noFill/>
            <a:ln w="19050">
              <a:solidFill>
                <a:srgbClr val="FF99CC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76" name="Line 142">
              <a:extLst>
                <a:ext uri="{FF2B5EF4-FFF2-40B4-BE49-F238E27FC236}">
                  <a16:creationId xmlns:a16="http://schemas.microsoft.com/office/drawing/2014/main" id="{65A9F999-E759-15A6-4440-280E3F2FCC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16" y="2559"/>
              <a:ext cx="680" cy="0"/>
            </a:xfrm>
            <a:prstGeom prst="line">
              <a:avLst/>
            </a:prstGeom>
            <a:noFill/>
            <a:ln w="19050">
              <a:solidFill>
                <a:srgbClr val="FF99CC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2" name="Group 143">
            <a:extLst>
              <a:ext uri="{FF2B5EF4-FFF2-40B4-BE49-F238E27FC236}">
                <a16:creationId xmlns:a16="http://schemas.microsoft.com/office/drawing/2014/main" id="{8B1DB924-FCB6-81A1-6096-D43C5B072E11}"/>
              </a:ext>
            </a:extLst>
          </p:cNvPr>
          <p:cNvGrpSpPr>
            <a:grpSpLocks/>
          </p:cNvGrpSpPr>
          <p:nvPr/>
        </p:nvGrpSpPr>
        <p:grpSpPr bwMode="auto">
          <a:xfrm>
            <a:off x="3727450" y="598488"/>
            <a:ext cx="1582738" cy="1935162"/>
            <a:chOff x="881" y="2443"/>
            <a:chExt cx="997" cy="1219"/>
          </a:xfrm>
        </p:grpSpPr>
        <p:sp>
          <p:nvSpPr>
            <p:cNvPr id="4165" name="Freeform 144">
              <a:extLst>
                <a:ext uri="{FF2B5EF4-FFF2-40B4-BE49-F238E27FC236}">
                  <a16:creationId xmlns:a16="http://schemas.microsoft.com/office/drawing/2014/main" id="{52A22DDF-1B3C-B0AC-235E-21CED3940AB8}"/>
                </a:ext>
              </a:extLst>
            </p:cNvPr>
            <p:cNvSpPr>
              <a:spLocks/>
            </p:cNvSpPr>
            <p:nvPr/>
          </p:nvSpPr>
          <p:spPr bwMode="auto">
            <a:xfrm>
              <a:off x="881" y="2449"/>
              <a:ext cx="997" cy="45"/>
            </a:xfrm>
            <a:custGeom>
              <a:avLst/>
              <a:gdLst>
                <a:gd name="T0" fmla="*/ 0 w 997"/>
                <a:gd name="T1" fmla="*/ 0 h 45"/>
                <a:gd name="T2" fmla="*/ 90 w 997"/>
                <a:gd name="T3" fmla="*/ 45 h 45"/>
                <a:gd name="T4" fmla="*/ 317 w 997"/>
                <a:gd name="T5" fmla="*/ 0 h 45"/>
                <a:gd name="T6" fmla="*/ 453 w 997"/>
                <a:gd name="T7" fmla="*/ 45 h 45"/>
                <a:gd name="T8" fmla="*/ 635 w 997"/>
                <a:gd name="T9" fmla="*/ 0 h 45"/>
                <a:gd name="T10" fmla="*/ 861 w 997"/>
                <a:gd name="T11" fmla="*/ 45 h 45"/>
                <a:gd name="T12" fmla="*/ 997 w 997"/>
                <a:gd name="T13" fmla="*/ 0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97" h="45">
                  <a:moveTo>
                    <a:pt x="0" y="0"/>
                  </a:moveTo>
                  <a:lnTo>
                    <a:pt x="90" y="45"/>
                  </a:lnTo>
                  <a:lnTo>
                    <a:pt x="317" y="0"/>
                  </a:lnTo>
                  <a:lnTo>
                    <a:pt x="453" y="45"/>
                  </a:lnTo>
                  <a:lnTo>
                    <a:pt x="635" y="0"/>
                  </a:lnTo>
                  <a:lnTo>
                    <a:pt x="861" y="45"/>
                  </a:lnTo>
                  <a:lnTo>
                    <a:pt x="997" y="0"/>
                  </a:lnTo>
                </a:path>
              </a:pathLst>
            </a:custGeom>
            <a:noFill/>
            <a:ln w="19050" cmpd="sng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166" name="Group 145">
              <a:extLst>
                <a:ext uri="{FF2B5EF4-FFF2-40B4-BE49-F238E27FC236}">
                  <a16:creationId xmlns:a16="http://schemas.microsoft.com/office/drawing/2014/main" id="{D0F4A6F5-6C98-E530-34A8-BF07B0C9A4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81" y="2443"/>
              <a:ext cx="997" cy="1219"/>
              <a:chOff x="930" y="2523"/>
              <a:chExt cx="997" cy="1219"/>
            </a:xfrm>
          </p:grpSpPr>
          <p:grpSp>
            <p:nvGrpSpPr>
              <p:cNvPr id="4167" name="Group 146">
                <a:extLst>
                  <a:ext uri="{FF2B5EF4-FFF2-40B4-BE49-F238E27FC236}">
                    <a16:creationId xmlns:a16="http://schemas.microsoft.com/office/drawing/2014/main" id="{4C35AE7A-85AD-D695-0E0C-930203A35F9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30" y="2523"/>
                <a:ext cx="997" cy="1179"/>
                <a:chOff x="930" y="2523"/>
                <a:chExt cx="997" cy="1179"/>
              </a:xfrm>
            </p:grpSpPr>
            <p:sp>
              <p:nvSpPr>
                <p:cNvPr id="4169" name="Line 147">
                  <a:extLst>
                    <a:ext uri="{FF2B5EF4-FFF2-40B4-BE49-F238E27FC236}">
                      <a16:creationId xmlns:a16="http://schemas.microsoft.com/office/drawing/2014/main" id="{CEE52E0D-48E6-6217-7BD3-6263CE6B0E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30" y="2523"/>
                  <a:ext cx="0" cy="1179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70" name="Line 148">
                  <a:extLst>
                    <a:ext uri="{FF2B5EF4-FFF2-40B4-BE49-F238E27FC236}">
                      <a16:creationId xmlns:a16="http://schemas.microsoft.com/office/drawing/2014/main" id="{AF84A796-CC39-8106-8F9D-2F67046B92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27" y="2523"/>
                  <a:ext cx="0" cy="1179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168" name="Freeform 149">
                <a:extLst>
                  <a:ext uri="{FF2B5EF4-FFF2-40B4-BE49-F238E27FC236}">
                    <a16:creationId xmlns:a16="http://schemas.microsoft.com/office/drawing/2014/main" id="{111D4FDF-FF81-CB5A-C878-8914AE3C77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0" y="3697"/>
                <a:ext cx="997" cy="45"/>
              </a:xfrm>
              <a:custGeom>
                <a:avLst/>
                <a:gdLst>
                  <a:gd name="T0" fmla="*/ 0 w 997"/>
                  <a:gd name="T1" fmla="*/ 0 h 45"/>
                  <a:gd name="T2" fmla="*/ 90 w 997"/>
                  <a:gd name="T3" fmla="*/ 45 h 45"/>
                  <a:gd name="T4" fmla="*/ 317 w 997"/>
                  <a:gd name="T5" fmla="*/ 0 h 45"/>
                  <a:gd name="T6" fmla="*/ 453 w 997"/>
                  <a:gd name="T7" fmla="*/ 45 h 45"/>
                  <a:gd name="T8" fmla="*/ 635 w 997"/>
                  <a:gd name="T9" fmla="*/ 0 h 45"/>
                  <a:gd name="T10" fmla="*/ 861 w 997"/>
                  <a:gd name="T11" fmla="*/ 45 h 45"/>
                  <a:gd name="T12" fmla="*/ 997 w 997"/>
                  <a:gd name="T13" fmla="*/ 0 h 4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97" h="45">
                    <a:moveTo>
                      <a:pt x="0" y="0"/>
                    </a:moveTo>
                    <a:lnTo>
                      <a:pt x="90" y="45"/>
                    </a:lnTo>
                    <a:lnTo>
                      <a:pt x="317" y="0"/>
                    </a:lnTo>
                    <a:lnTo>
                      <a:pt x="453" y="45"/>
                    </a:lnTo>
                    <a:lnTo>
                      <a:pt x="635" y="0"/>
                    </a:lnTo>
                    <a:lnTo>
                      <a:pt x="861" y="45"/>
                    </a:lnTo>
                    <a:lnTo>
                      <a:pt x="997" y="0"/>
                    </a:lnTo>
                  </a:path>
                </a:pathLst>
              </a:custGeom>
              <a:noFill/>
              <a:ln w="19050" cmpd="sng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99" name="Object 150">
            <a:extLst>
              <a:ext uri="{FF2B5EF4-FFF2-40B4-BE49-F238E27FC236}">
                <a16:creationId xmlns:a16="http://schemas.microsoft.com/office/drawing/2014/main" id="{E4C8B483-941B-2C4E-0B95-FCC4E6CA6E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71925" y="2032000"/>
          <a:ext cx="400050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76259" imgH="85725" progId="Equation.3">
                  <p:embed/>
                </p:oleObj>
              </mc:Choice>
              <mc:Fallback>
                <p:oleObj name="公式" r:id="rId6" imgW="76259" imgH="85725" progId="Equation.3">
                  <p:embed/>
                  <p:pic>
                    <p:nvPicPr>
                      <p:cNvPr id="0" name="Object 1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1925" y="2032000"/>
                        <a:ext cx="400050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0" name="Group 151">
            <a:extLst>
              <a:ext uri="{FF2B5EF4-FFF2-40B4-BE49-F238E27FC236}">
                <a16:creationId xmlns:a16="http://schemas.microsoft.com/office/drawing/2014/main" id="{CBC692A2-153D-BCFA-A7F5-C3E9975CFAFC}"/>
              </a:ext>
            </a:extLst>
          </p:cNvPr>
          <p:cNvGrpSpPr>
            <a:grpSpLocks/>
          </p:cNvGrpSpPr>
          <p:nvPr/>
        </p:nvGrpSpPr>
        <p:grpSpPr bwMode="auto">
          <a:xfrm>
            <a:off x="6057900" y="1008063"/>
            <a:ext cx="2016125" cy="1216025"/>
            <a:chOff x="797" y="2755"/>
            <a:chExt cx="1270" cy="766"/>
          </a:xfrm>
        </p:grpSpPr>
        <p:sp>
          <p:nvSpPr>
            <p:cNvPr id="4160" name="Line 152">
              <a:extLst>
                <a:ext uri="{FF2B5EF4-FFF2-40B4-BE49-F238E27FC236}">
                  <a16:creationId xmlns:a16="http://schemas.microsoft.com/office/drawing/2014/main" id="{D71A2313-AD47-14A2-3711-D5805C36AA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7" y="2755"/>
              <a:ext cx="1270" cy="0"/>
            </a:xfrm>
            <a:prstGeom prst="line">
              <a:avLst/>
            </a:prstGeom>
            <a:noFill/>
            <a:ln w="19050">
              <a:solidFill>
                <a:srgbClr val="00CC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61" name="Line 153">
              <a:extLst>
                <a:ext uri="{FF2B5EF4-FFF2-40B4-BE49-F238E27FC236}">
                  <a16:creationId xmlns:a16="http://schemas.microsoft.com/office/drawing/2014/main" id="{79546EED-EB50-C840-15B9-350BCABE74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7" y="2946"/>
              <a:ext cx="1270" cy="0"/>
            </a:xfrm>
            <a:prstGeom prst="line">
              <a:avLst/>
            </a:prstGeom>
            <a:noFill/>
            <a:ln w="19050">
              <a:solidFill>
                <a:srgbClr val="00CC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62" name="Line 154">
              <a:extLst>
                <a:ext uri="{FF2B5EF4-FFF2-40B4-BE49-F238E27FC236}">
                  <a16:creationId xmlns:a16="http://schemas.microsoft.com/office/drawing/2014/main" id="{240E18C9-1542-0744-72FE-AD40D75824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7" y="3138"/>
              <a:ext cx="1270" cy="0"/>
            </a:xfrm>
            <a:prstGeom prst="line">
              <a:avLst/>
            </a:prstGeom>
            <a:noFill/>
            <a:ln w="19050">
              <a:solidFill>
                <a:srgbClr val="00CC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63" name="Line 155">
              <a:extLst>
                <a:ext uri="{FF2B5EF4-FFF2-40B4-BE49-F238E27FC236}">
                  <a16:creationId xmlns:a16="http://schemas.microsoft.com/office/drawing/2014/main" id="{1B61FF5F-1D47-C988-83DF-C94292FC85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7" y="3329"/>
              <a:ext cx="1270" cy="0"/>
            </a:xfrm>
            <a:prstGeom prst="line">
              <a:avLst/>
            </a:prstGeom>
            <a:noFill/>
            <a:ln w="19050">
              <a:solidFill>
                <a:srgbClr val="00CC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64" name="Line 156">
              <a:extLst>
                <a:ext uri="{FF2B5EF4-FFF2-40B4-BE49-F238E27FC236}">
                  <a16:creationId xmlns:a16="http://schemas.microsoft.com/office/drawing/2014/main" id="{DAEDA329-F33E-04A8-7613-1D8261BFC4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7" y="3521"/>
              <a:ext cx="1270" cy="0"/>
            </a:xfrm>
            <a:prstGeom prst="line">
              <a:avLst/>
            </a:prstGeom>
            <a:noFill/>
            <a:ln w="19050">
              <a:solidFill>
                <a:srgbClr val="00CC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06" name="Object 157">
            <a:extLst>
              <a:ext uri="{FF2B5EF4-FFF2-40B4-BE49-F238E27FC236}">
                <a16:creationId xmlns:a16="http://schemas.microsoft.com/office/drawing/2014/main" id="{446D5086-490B-3B32-EA38-D5949150DC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83550" y="1244600"/>
          <a:ext cx="4000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76259" imgH="152400" progId="Equation.3">
                  <p:embed/>
                </p:oleObj>
              </mc:Choice>
              <mc:Fallback>
                <p:oleObj name="公式" r:id="rId8" imgW="76259" imgH="152400" progId="Equation.3">
                  <p:embed/>
                  <p:pic>
                    <p:nvPicPr>
                      <p:cNvPr id="0" name="Object 1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3550" y="1244600"/>
                        <a:ext cx="40005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7" name="Group 158">
            <a:extLst>
              <a:ext uri="{FF2B5EF4-FFF2-40B4-BE49-F238E27FC236}">
                <a16:creationId xmlns:a16="http://schemas.microsoft.com/office/drawing/2014/main" id="{5EF2CA74-B2E5-9AB4-CA35-E4054AA2D323}"/>
              </a:ext>
            </a:extLst>
          </p:cNvPr>
          <p:cNvGrpSpPr>
            <a:grpSpLocks/>
          </p:cNvGrpSpPr>
          <p:nvPr/>
        </p:nvGrpSpPr>
        <p:grpSpPr bwMode="auto">
          <a:xfrm>
            <a:off x="6275388" y="614363"/>
            <a:ext cx="1582737" cy="1935162"/>
            <a:chOff x="881" y="2443"/>
            <a:chExt cx="997" cy="1219"/>
          </a:xfrm>
        </p:grpSpPr>
        <p:sp>
          <p:nvSpPr>
            <p:cNvPr id="4154" name="Freeform 159">
              <a:extLst>
                <a:ext uri="{FF2B5EF4-FFF2-40B4-BE49-F238E27FC236}">
                  <a16:creationId xmlns:a16="http://schemas.microsoft.com/office/drawing/2014/main" id="{324AA203-1152-3908-A707-79A8B38299ED}"/>
                </a:ext>
              </a:extLst>
            </p:cNvPr>
            <p:cNvSpPr>
              <a:spLocks/>
            </p:cNvSpPr>
            <p:nvPr/>
          </p:nvSpPr>
          <p:spPr bwMode="auto">
            <a:xfrm>
              <a:off x="881" y="2449"/>
              <a:ext cx="997" cy="45"/>
            </a:xfrm>
            <a:custGeom>
              <a:avLst/>
              <a:gdLst>
                <a:gd name="T0" fmla="*/ 0 w 997"/>
                <a:gd name="T1" fmla="*/ 0 h 45"/>
                <a:gd name="T2" fmla="*/ 90 w 997"/>
                <a:gd name="T3" fmla="*/ 45 h 45"/>
                <a:gd name="T4" fmla="*/ 317 w 997"/>
                <a:gd name="T5" fmla="*/ 0 h 45"/>
                <a:gd name="T6" fmla="*/ 453 w 997"/>
                <a:gd name="T7" fmla="*/ 45 h 45"/>
                <a:gd name="T8" fmla="*/ 635 w 997"/>
                <a:gd name="T9" fmla="*/ 0 h 45"/>
                <a:gd name="T10" fmla="*/ 861 w 997"/>
                <a:gd name="T11" fmla="*/ 45 h 45"/>
                <a:gd name="T12" fmla="*/ 997 w 997"/>
                <a:gd name="T13" fmla="*/ 0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97" h="45">
                  <a:moveTo>
                    <a:pt x="0" y="0"/>
                  </a:moveTo>
                  <a:lnTo>
                    <a:pt x="90" y="45"/>
                  </a:lnTo>
                  <a:lnTo>
                    <a:pt x="317" y="0"/>
                  </a:lnTo>
                  <a:lnTo>
                    <a:pt x="453" y="45"/>
                  </a:lnTo>
                  <a:lnTo>
                    <a:pt x="635" y="0"/>
                  </a:lnTo>
                  <a:lnTo>
                    <a:pt x="861" y="45"/>
                  </a:lnTo>
                  <a:lnTo>
                    <a:pt x="997" y="0"/>
                  </a:lnTo>
                </a:path>
              </a:pathLst>
            </a:custGeom>
            <a:noFill/>
            <a:ln w="19050" cmpd="sng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155" name="Group 160">
              <a:extLst>
                <a:ext uri="{FF2B5EF4-FFF2-40B4-BE49-F238E27FC236}">
                  <a16:creationId xmlns:a16="http://schemas.microsoft.com/office/drawing/2014/main" id="{BBE1E303-1EBA-9278-0085-D9683C6434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81" y="2443"/>
              <a:ext cx="997" cy="1219"/>
              <a:chOff x="930" y="2523"/>
              <a:chExt cx="997" cy="1219"/>
            </a:xfrm>
          </p:grpSpPr>
          <p:grpSp>
            <p:nvGrpSpPr>
              <p:cNvPr id="4156" name="Group 161">
                <a:extLst>
                  <a:ext uri="{FF2B5EF4-FFF2-40B4-BE49-F238E27FC236}">
                    <a16:creationId xmlns:a16="http://schemas.microsoft.com/office/drawing/2014/main" id="{9872C495-5BAC-404B-AD71-3D42D0920F8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30" y="2523"/>
                <a:ext cx="997" cy="1179"/>
                <a:chOff x="930" y="2523"/>
                <a:chExt cx="997" cy="1179"/>
              </a:xfrm>
            </p:grpSpPr>
            <p:sp>
              <p:nvSpPr>
                <p:cNvPr id="4158" name="Line 162">
                  <a:extLst>
                    <a:ext uri="{FF2B5EF4-FFF2-40B4-BE49-F238E27FC236}">
                      <a16:creationId xmlns:a16="http://schemas.microsoft.com/office/drawing/2014/main" id="{6ADE2B89-E04E-422A-39A7-4BEB0C2E86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30" y="2523"/>
                  <a:ext cx="0" cy="1179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59" name="Line 163">
                  <a:extLst>
                    <a:ext uri="{FF2B5EF4-FFF2-40B4-BE49-F238E27FC236}">
                      <a16:creationId xmlns:a16="http://schemas.microsoft.com/office/drawing/2014/main" id="{AB47E117-A66A-5D21-6565-3BCEF66A958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27" y="2523"/>
                  <a:ext cx="0" cy="1179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157" name="Freeform 164">
                <a:extLst>
                  <a:ext uri="{FF2B5EF4-FFF2-40B4-BE49-F238E27FC236}">
                    <a16:creationId xmlns:a16="http://schemas.microsoft.com/office/drawing/2014/main" id="{F034D958-2E99-54D4-E7BC-0F5DA26592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0" y="3697"/>
                <a:ext cx="997" cy="45"/>
              </a:xfrm>
              <a:custGeom>
                <a:avLst/>
                <a:gdLst>
                  <a:gd name="T0" fmla="*/ 0 w 997"/>
                  <a:gd name="T1" fmla="*/ 0 h 45"/>
                  <a:gd name="T2" fmla="*/ 90 w 997"/>
                  <a:gd name="T3" fmla="*/ 45 h 45"/>
                  <a:gd name="T4" fmla="*/ 317 w 997"/>
                  <a:gd name="T5" fmla="*/ 0 h 45"/>
                  <a:gd name="T6" fmla="*/ 453 w 997"/>
                  <a:gd name="T7" fmla="*/ 45 h 45"/>
                  <a:gd name="T8" fmla="*/ 635 w 997"/>
                  <a:gd name="T9" fmla="*/ 0 h 45"/>
                  <a:gd name="T10" fmla="*/ 861 w 997"/>
                  <a:gd name="T11" fmla="*/ 45 h 45"/>
                  <a:gd name="T12" fmla="*/ 997 w 997"/>
                  <a:gd name="T13" fmla="*/ 0 h 4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97" h="45">
                    <a:moveTo>
                      <a:pt x="0" y="0"/>
                    </a:moveTo>
                    <a:lnTo>
                      <a:pt x="90" y="45"/>
                    </a:lnTo>
                    <a:lnTo>
                      <a:pt x="317" y="0"/>
                    </a:lnTo>
                    <a:lnTo>
                      <a:pt x="453" y="45"/>
                    </a:lnTo>
                    <a:lnTo>
                      <a:pt x="635" y="0"/>
                    </a:lnTo>
                    <a:lnTo>
                      <a:pt x="861" y="45"/>
                    </a:lnTo>
                    <a:lnTo>
                      <a:pt x="997" y="0"/>
                    </a:lnTo>
                  </a:path>
                </a:pathLst>
              </a:custGeom>
              <a:noFill/>
              <a:ln w="19050" cmpd="sng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14" name="Rectangle 165">
            <a:extLst>
              <a:ext uri="{FF2B5EF4-FFF2-40B4-BE49-F238E27FC236}">
                <a16:creationId xmlns:a16="http://schemas.microsoft.com/office/drawing/2014/main" id="{126C49AA-983F-25FB-BABC-C24E5837A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8088" y="746125"/>
            <a:ext cx="1557337" cy="1655763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15" name="Group 166">
            <a:extLst>
              <a:ext uri="{FF2B5EF4-FFF2-40B4-BE49-F238E27FC236}">
                <a16:creationId xmlns:a16="http://schemas.microsoft.com/office/drawing/2014/main" id="{34D96B33-1633-9891-02BA-5EB4C3848CDE}"/>
              </a:ext>
            </a:extLst>
          </p:cNvPr>
          <p:cNvGrpSpPr>
            <a:grpSpLocks/>
          </p:cNvGrpSpPr>
          <p:nvPr/>
        </p:nvGrpSpPr>
        <p:grpSpPr bwMode="auto">
          <a:xfrm>
            <a:off x="7675563" y="766763"/>
            <a:ext cx="130175" cy="1673225"/>
            <a:chOff x="3445" y="2518"/>
            <a:chExt cx="82" cy="1054"/>
          </a:xfrm>
        </p:grpSpPr>
        <p:grpSp>
          <p:nvGrpSpPr>
            <p:cNvPr id="4136" name="Group 167">
              <a:extLst>
                <a:ext uri="{FF2B5EF4-FFF2-40B4-BE49-F238E27FC236}">
                  <a16:creationId xmlns:a16="http://schemas.microsoft.com/office/drawing/2014/main" id="{1FE2ADC8-0C61-CBC7-85CA-E18B39B665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45" y="2728"/>
              <a:ext cx="82" cy="83"/>
              <a:chOff x="4502" y="2320"/>
              <a:chExt cx="82" cy="83"/>
            </a:xfrm>
          </p:grpSpPr>
          <p:sp>
            <p:nvSpPr>
              <p:cNvPr id="4152" name="Line 168">
                <a:extLst>
                  <a:ext uri="{FF2B5EF4-FFF2-40B4-BE49-F238E27FC236}">
                    <a16:creationId xmlns:a16="http://schemas.microsoft.com/office/drawing/2014/main" id="{76EB9259-D81E-30E5-6BAE-BEA50E315CC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502" y="2361"/>
                <a:ext cx="82" cy="0"/>
              </a:xfrm>
              <a:prstGeom prst="line">
                <a:avLst/>
              </a:prstGeom>
              <a:noFill/>
              <a:ln w="28575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53" name="Line 169">
                <a:extLst>
                  <a:ext uri="{FF2B5EF4-FFF2-40B4-BE49-F238E27FC236}">
                    <a16:creationId xmlns:a16="http://schemas.microsoft.com/office/drawing/2014/main" id="{19E95138-745C-3238-793D-0239D43B17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43" y="2320"/>
                <a:ext cx="0" cy="83"/>
              </a:xfrm>
              <a:prstGeom prst="line">
                <a:avLst/>
              </a:prstGeom>
              <a:noFill/>
              <a:ln w="28575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137" name="Group 170">
              <a:extLst>
                <a:ext uri="{FF2B5EF4-FFF2-40B4-BE49-F238E27FC236}">
                  <a16:creationId xmlns:a16="http://schemas.microsoft.com/office/drawing/2014/main" id="{9FD18FA7-69E3-ABC7-3766-0EDF973F52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45" y="2917"/>
              <a:ext cx="82" cy="83"/>
              <a:chOff x="4502" y="2320"/>
              <a:chExt cx="82" cy="83"/>
            </a:xfrm>
          </p:grpSpPr>
          <p:sp>
            <p:nvSpPr>
              <p:cNvPr id="4150" name="Line 171">
                <a:extLst>
                  <a:ext uri="{FF2B5EF4-FFF2-40B4-BE49-F238E27FC236}">
                    <a16:creationId xmlns:a16="http://schemas.microsoft.com/office/drawing/2014/main" id="{40A49C4B-5347-E6CD-A95C-2F42579C98B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502" y="2361"/>
                <a:ext cx="82" cy="0"/>
              </a:xfrm>
              <a:prstGeom prst="line">
                <a:avLst/>
              </a:prstGeom>
              <a:noFill/>
              <a:ln w="28575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51" name="Line 172">
                <a:extLst>
                  <a:ext uri="{FF2B5EF4-FFF2-40B4-BE49-F238E27FC236}">
                    <a16:creationId xmlns:a16="http://schemas.microsoft.com/office/drawing/2014/main" id="{5A0E1246-64B1-A54F-949B-A5ABA8BB62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43" y="2320"/>
                <a:ext cx="0" cy="83"/>
              </a:xfrm>
              <a:prstGeom prst="line">
                <a:avLst/>
              </a:prstGeom>
              <a:noFill/>
              <a:ln w="28575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138" name="Group 173">
              <a:extLst>
                <a:ext uri="{FF2B5EF4-FFF2-40B4-BE49-F238E27FC236}">
                  <a16:creationId xmlns:a16="http://schemas.microsoft.com/office/drawing/2014/main" id="{4E015C2A-E3D4-07E2-24B4-F555ACBE1B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45" y="3108"/>
              <a:ext cx="82" cy="83"/>
              <a:chOff x="4502" y="2320"/>
              <a:chExt cx="82" cy="83"/>
            </a:xfrm>
          </p:grpSpPr>
          <p:sp>
            <p:nvSpPr>
              <p:cNvPr id="4148" name="Line 174">
                <a:extLst>
                  <a:ext uri="{FF2B5EF4-FFF2-40B4-BE49-F238E27FC236}">
                    <a16:creationId xmlns:a16="http://schemas.microsoft.com/office/drawing/2014/main" id="{994DB929-D28B-470E-8411-E84AC12629A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502" y="2361"/>
                <a:ext cx="82" cy="0"/>
              </a:xfrm>
              <a:prstGeom prst="line">
                <a:avLst/>
              </a:prstGeom>
              <a:noFill/>
              <a:ln w="28575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49" name="Line 175">
                <a:extLst>
                  <a:ext uri="{FF2B5EF4-FFF2-40B4-BE49-F238E27FC236}">
                    <a16:creationId xmlns:a16="http://schemas.microsoft.com/office/drawing/2014/main" id="{A382C414-109D-56A9-3DB4-A5EBCA841A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43" y="2320"/>
                <a:ext cx="0" cy="83"/>
              </a:xfrm>
              <a:prstGeom prst="line">
                <a:avLst/>
              </a:prstGeom>
              <a:noFill/>
              <a:ln w="28575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139" name="Group 176">
              <a:extLst>
                <a:ext uri="{FF2B5EF4-FFF2-40B4-BE49-F238E27FC236}">
                  <a16:creationId xmlns:a16="http://schemas.microsoft.com/office/drawing/2014/main" id="{61734879-A5F1-3C56-273A-ADDADE9E56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45" y="3294"/>
              <a:ext cx="82" cy="83"/>
              <a:chOff x="4502" y="2320"/>
              <a:chExt cx="82" cy="83"/>
            </a:xfrm>
          </p:grpSpPr>
          <p:sp>
            <p:nvSpPr>
              <p:cNvPr id="4146" name="Line 177">
                <a:extLst>
                  <a:ext uri="{FF2B5EF4-FFF2-40B4-BE49-F238E27FC236}">
                    <a16:creationId xmlns:a16="http://schemas.microsoft.com/office/drawing/2014/main" id="{9743701C-BD32-09BC-9D91-8D672987354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502" y="2361"/>
                <a:ext cx="82" cy="0"/>
              </a:xfrm>
              <a:prstGeom prst="line">
                <a:avLst/>
              </a:prstGeom>
              <a:noFill/>
              <a:ln w="28575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47" name="Line 178">
                <a:extLst>
                  <a:ext uri="{FF2B5EF4-FFF2-40B4-BE49-F238E27FC236}">
                    <a16:creationId xmlns:a16="http://schemas.microsoft.com/office/drawing/2014/main" id="{AFF15B83-9520-2FFE-2A22-73BA373050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43" y="2320"/>
                <a:ext cx="0" cy="83"/>
              </a:xfrm>
              <a:prstGeom prst="line">
                <a:avLst/>
              </a:prstGeom>
              <a:noFill/>
              <a:ln w="28575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140" name="Group 179">
              <a:extLst>
                <a:ext uri="{FF2B5EF4-FFF2-40B4-BE49-F238E27FC236}">
                  <a16:creationId xmlns:a16="http://schemas.microsoft.com/office/drawing/2014/main" id="{82916AF8-C907-A48F-987F-F3B8487F14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45" y="3489"/>
              <a:ext cx="82" cy="83"/>
              <a:chOff x="4502" y="2320"/>
              <a:chExt cx="82" cy="83"/>
            </a:xfrm>
          </p:grpSpPr>
          <p:sp>
            <p:nvSpPr>
              <p:cNvPr id="4144" name="Line 180">
                <a:extLst>
                  <a:ext uri="{FF2B5EF4-FFF2-40B4-BE49-F238E27FC236}">
                    <a16:creationId xmlns:a16="http://schemas.microsoft.com/office/drawing/2014/main" id="{8139875C-E93E-478C-0D1B-356CDEB4DCC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502" y="2361"/>
                <a:ext cx="82" cy="0"/>
              </a:xfrm>
              <a:prstGeom prst="line">
                <a:avLst/>
              </a:prstGeom>
              <a:noFill/>
              <a:ln w="28575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45" name="Line 181">
                <a:extLst>
                  <a:ext uri="{FF2B5EF4-FFF2-40B4-BE49-F238E27FC236}">
                    <a16:creationId xmlns:a16="http://schemas.microsoft.com/office/drawing/2014/main" id="{3080F67E-F43A-7FD6-40E2-21A67C9999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43" y="2320"/>
                <a:ext cx="0" cy="83"/>
              </a:xfrm>
              <a:prstGeom prst="line">
                <a:avLst/>
              </a:prstGeom>
              <a:noFill/>
              <a:ln w="28575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141" name="Group 182">
              <a:extLst>
                <a:ext uri="{FF2B5EF4-FFF2-40B4-BE49-F238E27FC236}">
                  <a16:creationId xmlns:a16="http://schemas.microsoft.com/office/drawing/2014/main" id="{0037D507-C2AC-7FA9-CAA9-73ACFECE20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45" y="2518"/>
              <a:ext cx="82" cy="83"/>
              <a:chOff x="4502" y="2320"/>
              <a:chExt cx="82" cy="83"/>
            </a:xfrm>
          </p:grpSpPr>
          <p:sp>
            <p:nvSpPr>
              <p:cNvPr id="4142" name="Line 183">
                <a:extLst>
                  <a:ext uri="{FF2B5EF4-FFF2-40B4-BE49-F238E27FC236}">
                    <a16:creationId xmlns:a16="http://schemas.microsoft.com/office/drawing/2014/main" id="{C0D7C715-358D-956D-2C7B-D936DB9C00D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502" y="2361"/>
                <a:ext cx="82" cy="0"/>
              </a:xfrm>
              <a:prstGeom prst="line">
                <a:avLst/>
              </a:prstGeom>
              <a:noFill/>
              <a:ln w="28575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43" name="Line 184">
                <a:extLst>
                  <a:ext uri="{FF2B5EF4-FFF2-40B4-BE49-F238E27FC236}">
                    <a16:creationId xmlns:a16="http://schemas.microsoft.com/office/drawing/2014/main" id="{F3803127-C8C9-4A53-AD16-E8C2FD364F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43" y="2320"/>
                <a:ext cx="0" cy="83"/>
              </a:xfrm>
              <a:prstGeom prst="line">
                <a:avLst/>
              </a:prstGeom>
              <a:noFill/>
              <a:ln w="28575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34" name="Group 185">
            <a:extLst>
              <a:ext uri="{FF2B5EF4-FFF2-40B4-BE49-F238E27FC236}">
                <a16:creationId xmlns:a16="http://schemas.microsoft.com/office/drawing/2014/main" id="{24DF26F0-FDF1-E119-9EF7-142D080DA996}"/>
              </a:ext>
            </a:extLst>
          </p:cNvPr>
          <p:cNvGrpSpPr>
            <a:grpSpLocks/>
          </p:cNvGrpSpPr>
          <p:nvPr/>
        </p:nvGrpSpPr>
        <p:grpSpPr bwMode="auto">
          <a:xfrm>
            <a:off x="6307138" y="831850"/>
            <a:ext cx="130175" cy="1541463"/>
            <a:chOff x="2583" y="2559"/>
            <a:chExt cx="82" cy="971"/>
          </a:xfrm>
        </p:grpSpPr>
        <p:sp>
          <p:nvSpPr>
            <p:cNvPr id="4130" name="Line 186">
              <a:extLst>
                <a:ext uri="{FF2B5EF4-FFF2-40B4-BE49-F238E27FC236}">
                  <a16:creationId xmlns:a16="http://schemas.microsoft.com/office/drawing/2014/main" id="{C9C07839-3F88-CC7A-8381-201E1E38472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583" y="2769"/>
              <a:ext cx="82" cy="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1" name="Line 187">
              <a:extLst>
                <a:ext uri="{FF2B5EF4-FFF2-40B4-BE49-F238E27FC236}">
                  <a16:creationId xmlns:a16="http://schemas.microsoft.com/office/drawing/2014/main" id="{BB4AB19F-DA77-3621-5421-FB1033C9C4D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583" y="2958"/>
              <a:ext cx="82" cy="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2" name="Line 188">
              <a:extLst>
                <a:ext uri="{FF2B5EF4-FFF2-40B4-BE49-F238E27FC236}">
                  <a16:creationId xmlns:a16="http://schemas.microsoft.com/office/drawing/2014/main" id="{176CC28F-132B-B6AD-4DD0-096FFF31993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583" y="3149"/>
              <a:ext cx="82" cy="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3" name="Line 189">
              <a:extLst>
                <a:ext uri="{FF2B5EF4-FFF2-40B4-BE49-F238E27FC236}">
                  <a16:creationId xmlns:a16="http://schemas.microsoft.com/office/drawing/2014/main" id="{1D5922C9-1B96-135F-6DBA-9C1811C8BE8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583" y="3335"/>
              <a:ext cx="82" cy="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4" name="Line 190">
              <a:extLst>
                <a:ext uri="{FF2B5EF4-FFF2-40B4-BE49-F238E27FC236}">
                  <a16:creationId xmlns:a16="http://schemas.microsoft.com/office/drawing/2014/main" id="{348AFE15-FC57-82C3-9777-6151A9A5175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583" y="3530"/>
              <a:ext cx="82" cy="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5" name="Line 191">
              <a:extLst>
                <a:ext uri="{FF2B5EF4-FFF2-40B4-BE49-F238E27FC236}">
                  <a16:creationId xmlns:a16="http://schemas.microsoft.com/office/drawing/2014/main" id="{A7BF0D80-2CFD-C00A-5DAB-2D1CFE36250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583" y="2559"/>
              <a:ext cx="82" cy="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41" name="Object 192">
            <a:extLst>
              <a:ext uri="{FF2B5EF4-FFF2-40B4-BE49-F238E27FC236}">
                <a16:creationId xmlns:a16="http://schemas.microsoft.com/office/drawing/2014/main" id="{E1C2175C-0901-ED82-0AB1-484891284B8B}"/>
              </a:ext>
            </a:extLst>
          </p:cNvPr>
          <p:cNvGraphicFramePr>
            <a:graphicFrameLocks/>
          </p:cNvGraphicFramePr>
          <p:nvPr/>
        </p:nvGraphicFramePr>
        <p:xfrm>
          <a:off x="6430963" y="1454150"/>
          <a:ext cx="1274762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647847" imgH="247650" progId="Equation.3">
                  <p:embed/>
                </p:oleObj>
              </mc:Choice>
              <mc:Fallback>
                <p:oleObj name="公式" r:id="rId10" imgW="647847" imgH="247650" progId="Equation.3">
                  <p:embed/>
                  <p:pic>
                    <p:nvPicPr>
                      <p:cNvPr id="0" name="Object 192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0963" y="1454150"/>
                        <a:ext cx="1274762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2" name="Text Box 193">
            <a:extLst>
              <a:ext uri="{FF2B5EF4-FFF2-40B4-BE49-F238E27FC236}">
                <a16:creationId xmlns:a16="http://schemas.microsoft.com/office/drawing/2014/main" id="{3065426E-7839-DF68-55F2-120B3F88D8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23813"/>
            <a:ext cx="2190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</a:rPr>
              <a:t>静电感应</a:t>
            </a:r>
          </a:p>
        </p:txBody>
      </p:sp>
      <p:sp>
        <p:nvSpPr>
          <p:cNvPr id="145" name="Rectangle 53">
            <a:extLst>
              <a:ext uri="{FF2B5EF4-FFF2-40B4-BE49-F238E27FC236}">
                <a16:creationId xmlns:a16="http://schemas.microsoft.com/office/drawing/2014/main" id="{B8A42E18-1EF9-AE89-EB15-FCF7DDB8B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124200"/>
            <a:ext cx="8131175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华文中宋" panose="02010600040101010101" pitchFamily="2" charset="-122"/>
              </a:rPr>
              <a:t> </a:t>
            </a:r>
            <a:r>
              <a:rPr kumimoji="1" lang="zh-CN" altLang="en-US" sz="2000" b="1">
                <a:solidFill>
                  <a:schemeClr val="bg1"/>
                </a:solidFill>
                <a:latin typeface="Times New Roman" panose="02020603050405020304" pitchFamily="18" charset="0"/>
              </a:rPr>
              <a:t>静电感应的结果：</a:t>
            </a:r>
            <a:r>
              <a:rPr kumimoji="1" lang="en-US" altLang="zh-CN" sz="2000" b="1">
                <a:solidFill>
                  <a:schemeClr val="bg1"/>
                </a:solidFill>
                <a:latin typeface="Times New Roman" panose="02020603050405020304" pitchFamily="18" charset="0"/>
              </a:rPr>
              <a:t>(1) </a:t>
            </a:r>
            <a:r>
              <a:rPr kumimoji="1" lang="zh-CN" altLang="en-US" sz="2000" b="1">
                <a:solidFill>
                  <a:schemeClr val="bg1"/>
                </a:solidFill>
                <a:latin typeface="Times New Roman" panose="02020603050405020304" pitchFamily="18" charset="0"/>
              </a:rPr>
              <a:t>导体上的电荷重新分布； </a:t>
            </a:r>
            <a:r>
              <a:rPr kumimoji="1" lang="en-US" altLang="zh-CN" sz="2000" b="1">
                <a:solidFill>
                  <a:schemeClr val="bg1"/>
                </a:solidFill>
                <a:latin typeface="Times New Roman" panose="02020603050405020304" pitchFamily="18" charset="0"/>
              </a:rPr>
              <a:t>(2) </a:t>
            </a:r>
            <a:r>
              <a:rPr kumimoji="1" lang="zh-CN" altLang="en-US" sz="2000" b="1">
                <a:solidFill>
                  <a:schemeClr val="bg1"/>
                </a:solidFill>
                <a:latin typeface="Times New Roman" panose="02020603050405020304" pitchFamily="18" charset="0"/>
              </a:rPr>
              <a:t>空间电场重新分布。</a:t>
            </a:r>
          </a:p>
          <a:p>
            <a:pPr eaLnBrk="1" hangingPunct="1"/>
            <a:r>
              <a:rPr lang="zh-CN" altLang="en-US">
                <a:latin typeface="华文中宋" panose="02010600040101010101" pitchFamily="2" charset="-122"/>
              </a:rPr>
              <a:t>      </a:t>
            </a:r>
          </a:p>
          <a:p>
            <a:pPr eaLnBrk="1" hangingPunct="1"/>
            <a:r>
              <a:rPr lang="zh-CN" altLang="en-US">
                <a:latin typeface="华文中宋" panose="02010600040101010101" pitchFamily="2" charset="-122"/>
              </a:rPr>
              <a:t>   </a:t>
            </a:r>
            <a:endParaRPr lang="zh-CN" altLang="en-US"/>
          </a:p>
        </p:txBody>
      </p:sp>
      <p:pic>
        <p:nvPicPr>
          <p:cNvPr id="146" name="Picture 2">
            <a:extLst>
              <a:ext uri="{FF2B5EF4-FFF2-40B4-BE49-F238E27FC236}">
                <a16:creationId xmlns:a16="http://schemas.microsoft.com/office/drawing/2014/main" id="{DDB8DDEE-D1B4-8EBC-B04A-C4E8736B93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6888" y="3500438"/>
            <a:ext cx="5181600" cy="337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5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3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utoUpdateAnimBg="0"/>
      <p:bldP spid="114" grpId="0" animBg="1"/>
      <p:bldP spid="142" grpId="0" autoUpdateAnimBg="0"/>
      <p:bldP spid="14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17" descr="art01">
            <a:extLst>
              <a:ext uri="{FF2B5EF4-FFF2-40B4-BE49-F238E27FC236}">
                <a16:creationId xmlns:a16="http://schemas.microsoft.com/office/drawing/2014/main" id="{C9015015-93C1-4923-C37E-CDFE60220D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9238" y="2570163"/>
            <a:ext cx="2830512" cy="2895600"/>
          </a:xfrm>
          <a:prstGeom prst="rect">
            <a:avLst/>
          </a:prstGeom>
          <a:noFill/>
          <a:ln w="2857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18" descr="art02">
            <a:extLst>
              <a:ext uri="{FF2B5EF4-FFF2-40B4-BE49-F238E27FC236}">
                <a16:creationId xmlns:a16="http://schemas.microsoft.com/office/drawing/2014/main" id="{E152F22B-1E74-6A8C-614D-F19452EC5E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2888" y="2559050"/>
            <a:ext cx="2822575" cy="2895600"/>
          </a:xfrm>
          <a:prstGeom prst="rect">
            <a:avLst/>
          </a:prstGeom>
          <a:noFill/>
          <a:ln w="38100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4" name="Text Box 19">
            <a:extLst>
              <a:ext uri="{FF2B5EF4-FFF2-40B4-BE49-F238E27FC236}">
                <a16:creationId xmlns:a16="http://schemas.microsoft.com/office/drawing/2014/main" id="{85C4716F-D347-0B80-D0F9-78F3399369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638" y="403225"/>
            <a:ext cx="21701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</a:rPr>
              <a:t>1. </a:t>
            </a:r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</a:rPr>
              <a:t>静电平衡</a:t>
            </a:r>
          </a:p>
        </p:txBody>
      </p:sp>
      <p:sp>
        <p:nvSpPr>
          <p:cNvPr id="5125" name="Rectangle 20">
            <a:extLst>
              <a:ext uri="{FF2B5EF4-FFF2-40B4-BE49-F238E27FC236}">
                <a16:creationId xmlns:a16="http://schemas.microsoft.com/office/drawing/2014/main" id="{8937A941-EFCF-7F23-21B0-C6DBDC550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388" y="765175"/>
            <a:ext cx="8382000" cy="147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导体内部和表面上任何一部分都没有宏观电荷运动，我们就说导体处于</a:t>
            </a:r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</a:rPr>
              <a:t>静电平衡状态，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无论导体是否带电，无论其是否处于外电场中。</a:t>
            </a:r>
          </a:p>
        </p:txBody>
      </p:sp>
      <p:sp>
        <p:nvSpPr>
          <p:cNvPr id="5126" name="Text Box 21">
            <a:extLst>
              <a:ext uri="{FF2B5EF4-FFF2-40B4-BE49-F238E27FC236}">
                <a16:creationId xmlns:a16="http://schemas.microsoft.com/office/drawing/2014/main" id="{7D9C0B96-88F9-35A9-8FE6-D9A583432F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3" y="2182813"/>
            <a:ext cx="40592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</a:rPr>
              <a:t>2. </a:t>
            </a:r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</a:rPr>
              <a:t>导体静电平衡的条件</a:t>
            </a:r>
            <a:endParaRPr kumimoji="1" lang="zh-CN" altLang="en-US" sz="2400">
              <a:solidFill>
                <a:srgbClr val="66FF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127" name="Object 22">
            <a:extLst>
              <a:ext uri="{FF2B5EF4-FFF2-40B4-BE49-F238E27FC236}">
                <a16:creationId xmlns:a16="http://schemas.microsoft.com/office/drawing/2014/main" id="{D98FC3FD-A99C-5D20-F652-076B994057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07175" y="4006850"/>
          <a:ext cx="7620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42812" imgH="123825" progId="Equation.3">
                  <p:embed/>
                </p:oleObj>
              </mc:Choice>
              <mc:Fallback>
                <p:oleObj name="公式" r:id="rId4" imgW="342812" imgH="123825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7175" y="4006850"/>
                        <a:ext cx="762000" cy="368300"/>
                      </a:xfrm>
                      <a:prstGeom prst="rect">
                        <a:avLst/>
                      </a:prstGeom>
                      <a:solidFill>
                        <a:schemeClr val="bg2"/>
                      </a:solidFill>
                      <a:ln w="9525">
                        <a:solidFill>
                          <a:schemeClr val="bg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8" name="Rectangle 23">
            <a:extLst>
              <a:ext uri="{FF2B5EF4-FFF2-40B4-BE49-F238E27FC236}">
                <a16:creationId xmlns:a16="http://schemas.microsoft.com/office/drawing/2014/main" id="{BFBEB3BA-E78C-062E-E590-F404B549EA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9038" y="3395663"/>
            <a:ext cx="2895600" cy="539750"/>
          </a:xfrm>
          <a:prstGeom prst="rect">
            <a:avLst/>
          </a:prstGeom>
          <a:noFill/>
          <a:ln w="19050">
            <a:solidFill>
              <a:srgbClr val="66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5129" name="Object 24">
            <a:extLst>
              <a:ext uri="{FF2B5EF4-FFF2-40B4-BE49-F238E27FC236}">
                <a16:creationId xmlns:a16="http://schemas.microsoft.com/office/drawing/2014/main" id="{2AFDB866-BDFE-7E43-55A0-9AC78BEE3912}"/>
              </a:ext>
            </a:extLst>
          </p:cNvPr>
          <p:cNvGraphicFramePr>
            <a:graphicFrameLocks/>
          </p:cNvGraphicFramePr>
          <p:nvPr/>
        </p:nvGraphicFramePr>
        <p:xfrm>
          <a:off x="1190625" y="2808288"/>
          <a:ext cx="9890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76271" imgH="342900" progId="Equation.3">
                  <p:embed/>
                </p:oleObj>
              </mc:Choice>
              <mc:Fallback>
                <p:oleObj name="Equation" r:id="rId6" imgW="876271" imgH="342900" progId="Equation.3">
                  <p:embed/>
                  <p:pic>
                    <p:nvPicPr>
                      <p:cNvPr id="0" name="Object 2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0625" y="2808288"/>
                        <a:ext cx="989013" cy="4572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0" name="Object 25">
            <a:extLst>
              <a:ext uri="{FF2B5EF4-FFF2-40B4-BE49-F238E27FC236}">
                <a16:creationId xmlns:a16="http://schemas.microsoft.com/office/drawing/2014/main" id="{76AC6905-4960-30B3-B97E-860E3299CC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74750" y="3465513"/>
          <a:ext cx="7239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09718" imgH="361950" progId="Equation.3">
                  <p:embed/>
                </p:oleObj>
              </mc:Choice>
              <mc:Fallback>
                <p:oleObj name="Equation" r:id="rId8" imgW="609718" imgH="36195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4750" y="3465513"/>
                        <a:ext cx="723900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1" name="Rectangle 26">
            <a:extLst>
              <a:ext uri="{FF2B5EF4-FFF2-40B4-BE49-F238E27FC236}">
                <a16:creationId xmlns:a16="http://schemas.microsoft.com/office/drawing/2014/main" id="{13C60936-4EEC-33C1-D7AC-A635E8AD2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2138" y="3413125"/>
            <a:ext cx="243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 </a:t>
            </a:r>
            <a:r>
              <a:rPr kumimoji="1" lang="zh-CN" altLang="en-US" sz="2400" b="1">
                <a:solidFill>
                  <a:srgbClr val="FFCC00"/>
                </a:solidFill>
                <a:latin typeface="宋体" panose="02010600030101010101" pitchFamily="2" charset="-122"/>
              </a:rPr>
              <a:t>导体表面</a:t>
            </a:r>
          </a:p>
        </p:txBody>
      </p:sp>
      <p:sp>
        <p:nvSpPr>
          <p:cNvPr id="5132" name="Rectangle 27">
            <a:extLst>
              <a:ext uri="{FF2B5EF4-FFF2-40B4-BE49-F238E27FC236}">
                <a16:creationId xmlns:a16="http://schemas.microsoft.com/office/drawing/2014/main" id="{7DFE7A40-47AF-C190-4923-C9FB1BD2A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00" y="4006850"/>
            <a:ext cx="3978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</a:rPr>
              <a:t>3. </a:t>
            </a:r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</a:rPr>
              <a:t>静电平衡导体的电势</a:t>
            </a:r>
          </a:p>
        </p:txBody>
      </p:sp>
      <p:sp>
        <p:nvSpPr>
          <p:cNvPr id="5133" name="Rectangle 28">
            <a:extLst>
              <a:ext uri="{FF2B5EF4-FFF2-40B4-BE49-F238E27FC236}">
                <a16:creationId xmlns:a16="http://schemas.microsoft.com/office/drawing/2014/main" id="{4E700F8C-7D80-9A73-A349-DA4218B71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388" y="4416425"/>
            <a:ext cx="3657600" cy="146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导体静电平衡时，导体上各点电势相等，即导体是等势体，表面是等势面</a:t>
            </a:r>
          </a:p>
        </p:txBody>
      </p:sp>
      <p:graphicFrame>
        <p:nvGraphicFramePr>
          <p:cNvPr id="5134" name="Object 29">
            <a:extLst>
              <a:ext uri="{FF2B5EF4-FFF2-40B4-BE49-F238E27FC236}">
                <a16:creationId xmlns:a16="http://schemas.microsoft.com/office/drawing/2014/main" id="{8023D128-FE31-CBE4-6F4E-9977BB59C8EF}"/>
              </a:ext>
            </a:extLst>
          </p:cNvPr>
          <p:cNvGraphicFramePr>
            <a:graphicFrameLocks/>
          </p:cNvGraphicFramePr>
          <p:nvPr/>
        </p:nvGraphicFramePr>
        <p:xfrm>
          <a:off x="5178425" y="5657850"/>
          <a:ext cx="3109913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009753" imgH="571500" progId="Equation.3">
                  <p:embed/>
                </p:oleObj>
              </mc:Choice>
              <mc:Fallback>
                <p:oleObj name="Equation" r:id="rId10" imgW="3009753" imgH="571500" progId="Equation.3">
                  <p:embed/>
                  <p:pic>
                    <p:nvPicPr>
                      <p:cNvPr id="0" name="Object 29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8425" y="5657850"/>
                        <a:ext cx="3109913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490" name="Group 2">
            <a:extLst>
              <a:ext uri="{FF2B5EF4-FFF2-40B4-BE49-F238E27FC236}">
                <a16:creationId xmlns:a16="http://schemas.microsoft.com/office/drawing/2014/main" id="{29EAA5A2-E7A2-5160-2B08-C765ED4DF6D2}"/>
              </a:ext>
            </a:extLst>
          </p:cNvPr>
          <p:cNvGrpSpPr>
            <a:grpSpLocks/>
          </p:cNvGrpSpPr>
          <p:nvPr/>
        </p:nvGrpSpPr>
        <p:grpSpPr bwMode="auto">
          <a:xfrm>
            <a:off x="6646863" y="609600"/>
            <a:ext cx="1943100" cy="2641600"/>
            <a:chOff x="4176" y="694"/>
            <a:chExt cx="1224" cy="1664"/>
          </a:xfrm>
        </p:grpSpPr>
        <p:grpSp>
          <p:nvGrpSpPr>
            <p:cNvPr id="6190" name="Group 3">
              <a:extLst>
                <a:ext uri="{FF2B5EF4-FFF2-40B4-BE49-F238E27FC236}">
                  <a16:creationId xmlns:a16="http://schemas.microsoft.com/office/drawing/2014/main" id="{07149C80-0531-672E-A6B1-02436CF2B2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76" y="694"/>
              <a:ext cx="1224" cy="1664"/>
              <a:chOff x="4176" y="694"/>
              <a:chExt cx="1224" cy="1664"/>
            </a:xfrm>
          </p:grpSpPr>
          <p:sp>
            <p:nvSpPr>
              <p:cNvPr id="6192" name="Freeform 4">
                <a:extLst>
                  <a:ext uri="{FF2B5EF4-FFF2-40B4-BE49-F238E27FC236}">
                    <a16:creationId xmlns:a16="http://schemas.microsoft.com/office/drawing/2014/main" id="{9E426D77-2706-68FB-0623-D6E86CB574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6" y="694"/>
                <a:ext cx="1224" cy="1664"/>
              </a:xfrm>
              <a:custGeom>
                <a:avLst/>
                <a:gdLst>
                  <a:gd name="T0" fmla="*/ 608 w 1224"/>
                  <a:gd name="T1" fmla="*/ 16 h 1664"/>
                  <a:gd name="T2" fmla="*/ 272 w 1224"/>
                  <a:gd name="T3" fmla="*/ 64 h 1664"/>
                  <a:gd name="T4" fmla="*/ 32 w 1224"/>
                  <a:gd name="T5" fmla="*/ 352 h 1664"/>
                  <a:gd name="T6" fmla="*/ 80 w 1224"/>
                  <a:gd name="T7" fmla="*/ 880 h 1664"/>
                  <a:gd name="T8" fmla="*/ 32 w 1224"/>
                  <a:gd name="T9" fmla="*/ 1168 h 1664"/>
                  <a:gd name="T10" fmla="*/ 272 w 1224"/>
                  <a:gd name="T11" fmla="*/ 1504 h 1664"/>
                  <a:gd name="T12" fmla="*/ 608 w 1224"/>
                  <a:gd name="T13" fmla="*/ 1648 h 1664"/>
                  <a:gd name="T14" fmla="*/ 944 w 1224"/>
                  <a:gd name="T15" fmla="*/ 1408 h 1664"/>
                  <a:gd name="T16" fmla="*/ 1184 w 1224"/>
                  <a:gd name="T17" fmla="*/ 1120 h 1664"/>
                  <a:gd name="T18" fmla="*/ 1184 w 1224"/>
                  <a:gd name="T19" fmla="*/ 736 h 1664"/>
                  <a:gd name="T20" fmla="*/ 1136 w 1224"/>
                  <a:gd name="T21" fmla="*/ 544 h 1664"/>
                  <a:gd name="T22" fmla="*/ 992 w 1224"/>
                  <a:gd name="T23" fmla="*/ 304 h 1664"/>
                  <a:gd name="T24" fmla="*/ 848 w 1224"/>
                  <a:gd name="T25" fmla="*/ 160 h 1664"/>
                  <a:gd name="T26" fmla="*/ 608 w 1224"/>
                  <a:gd name="T27" fmla="*/ 16 h 1664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224" h="1664">
                    <a:moveTo>
                      <a:pt x="608" y="16"/>
                    </a:moveTo>
                    <a:cubicBezTo>
                      <a:pt x="512" y="0"/>
                      <a:pt x="368" y="8"/>
                      <a:pt x="272" y="64"/>
                    </a:cubicBezTo>
                    <a:cubicBezTo>
                      <a:pt x="176" y="120"/>
                      <a:pt x="64" y="216"/>
                      <a:pt x="32" y="352"/>
                    </a:cubicBezTo>
                    <a:cubicBezTo>
                      <a:pt x="0" y="488"/>
                      <a:pt x="80" y="744"/>
                      <a:pt x="80" y="880"/>
                    </a:cubicBezTo>
                    <a:cubicBezTo>
                      <a:pt x="80" y="1016"/>
                      <a:pt x="0" y="1064"/>
                      <a:pt x="32" y="1168"/>
                    </a:cubicBezTo>
                    <a:cubicBezTo>
                      <a:pt x="64" y="1272"/>
                      <a:pt x="176" y="1424"/>
                      <a:pt x="272" y="1504"/>
                    </a:cubicBezTo>
                    <a:cubicBezTo>
                      <a:pt x="368" y="1584"/>
                      <a:pt x="496" y="1664"/>
                      <a:pt x="608" y="1648"/>
                    </a:cubicBezTo>
                    <a:cubicBezTo>
                      <a:pt x="720" y="1632"/>
                      <a:pt x="848" y="1496"/>
                      <a:pt x="944" y="1408"/>
                    </a:cubicBezTo>
                    <a:cubicBezTo>
                      <a:pt x="1040" y="1320"/>
                      <a:pt x="1144" y="1232"/>
                      <a:pt x="1184" y="1120"/>
                    </a:cubicBezTo>
                    <a:cubicBezTo>
                      <a:pt x="1224" y="1008"/>
                      <a:pt x="1192" y="832"/>
                      <a:pt x="1184" y="736"/>
                    </a:cubicBezTo>
                    <a:cubicBezTo>
                      <a:pt x="1176" y="640"/>
                      <a:pt x="1168" y="616"/>
                      <a:pt x="1136" y="544"/>
                    </a:cubicBezTo>
                    <a:cubicBezTo>
                      <a:pt x="1104" y="472"/>
                      <a:pt x="1040" y="368"/>
                      <a:pt x="992" y="304"/>
                    </a:cubicBezTo>
                    <a:cubicBezTo>
                      <a:pt x="944" y="240"/>
                      <a:pt x="912" y="208"/>
                      <a:pt x="848" y="160"/>
                    </a:cubicBezTo>
                    <a:cubicBezTo>
                      <a:pt x="784" y="112"/>
                      <a:pt x="704" y="32"/>
                      <a:pt x="608" y="16"/>
                    </a:cubicBezTo>
                    <a:close/>
                  </a:path>
                </a:pathLst>
              </a:custGeom>
              <a:solidFill>
                <a:srgbClr val="008000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93" name="Oval 5">
                <a:extLst>
                  <a:ext uri="{FF2B5EF4-FFF2-40B4-BE49-F238E27FC236}">
                    <a16:creationId xmlns:a16="http://schemas.microsoft.com/office/drawing/2014/main" id="{819737E9-FC2F-0885-9A81-EAA0C2C43D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68" y="1333"/>
                <a:ext cx="1071" cy="251"/>
              </a:xfrm>
              <a:prstGeom prst="ellipse">
                <a:avLst/>
              </a:prstGeom>
              <a:solidFill>
                <a:schemeClr val="accent1">
                  <a:alpha val="50195"/>
                </a:schemeClr>
              </a:solidFill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aphicFrame>
          <p:nvGraphicFramePr>
            <p:cNvPr id="6191" name="Object 6">
              <a:extLst>
                <a:ext uri="{FF2B5EF4-FFF2-40B4-BE49-F238E27FC236}">
                  <a16:creationId xmlns:a16="http://schemas.microsoft.com/office/drawing/2014/main" id="{76B37922-7862-67D4-ED96-48DB8079814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20" y="864"/>
            <a:ext cx="51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812447" imgH="317362" progId="Equation.3">
                    <p:embed/>
                  </p:oleObj>
                </mc:Choice>
                <mc:Fallback>
                  <p:oleObj name="Equation" r:id="rId2" imgW="812447" imgH="317362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864"/>
                          <a:ext cx="51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1495" name="Text Box 7">
            <a:extLst>
              <a:ext uri="{FF2B5EF4-FFF2-40B4-BE49-F238E27FC236}">
                <a16:creationId xmlns:a16="http://schemas.microsoft.com/office/drawing/2014/main" id="{93F601FE-63DE-2C85-5AEA-4667557CA0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113" y="738188"/>
            <a:ext cx="5791200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由导体的静电平衡条件和静电场的基本     性质，可以得出导体上的电荷分布</a:t>
            </a:r>
            <a:endParaRPr kumimoji="1" lang="en-US" altLang="zh-CN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1496" name="Text Box 8">
            <a:extLst>
              <a:ext uri="{FF2B5EF4-FFF2-40B4-BE49-F238E27FC236}">
                <a16:creationId xmlns:a16="http://schemas.microsoft.com/office/drawing/2014/main" id="{21487297-DC20-7293-C552-0054C439DE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900" y="2227263"/>
            <a:ext cx="487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</a:rPr>
              <a:t>1. </a:t>
            </a:r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</a:rPr>
              <a:t>静电平衡导体的内部处处不带电</a:t>
            </a:r>
          </a:p>
        </p:txBody>
      </p:sp>
      <p:graphicFrame>
        <p:nvGraphicFramePr>
          <p:cNvPr id="191497" name="Object 9">
            <a:extLst>
              <a:ext uri="{FF2B5EF4-FFF2-40B4-BE49-F238E27FC236}">
                <a16:creationId xmlns:a16="http://schemas.microsoft.com/office/drawing/2014/main" id="{A1CEC68D-C969-151B-3327-2D7BEDB98F8D}"/>
              </a:ext>
            </a:extLst>
          </p:cNvPr>
          <p:cNvGraphicFramePr>
            <a:graphicFrameLocks/>
          </p:cNvGraphicFramePr>
          <p:nvPr/>
        </p:nvGraphicFramePr>
        <p:xfrm>
          <a:off x="866775" y="3973513"/>
          <a:ext cx="1573213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57391" imgH="704850" progId="Equation.3">
                  <p:embed/>
                </p:oleObj>
              </mc:Choice>
              <mc:Fallback>
                <p:oleObj name="Equation" r:id="rId4" imgW="1457391" imgH="704850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6775" y="3973513"/>
                        <a:ext cx="1573213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1498" name="Object 10">
            <a:extLst>
              <a:ext uri="{FF2B5EF4-FFF2-40B4-BE49-F238E27FC236}">
                <a16:creationId xmlns:a16="http://schemas.microsoft.com/office/drawing/2014/main" id="{FFB1AAF3-3188-E342-4F05-4A1D8F9EAC9B}"/>
              </a:ext>
            </a:extLst>
          </p:cNvPr>
          <p:cNvGraphicFramePr>
            <a:graphicFrameLocks/>
          </p:cNvGraphicFramePr>
          <p:nvPr/>
        </p:nvGraphicFramePr>
        <p:xfrm>
          <a:off x="4803775" y="3905250"/>
          <a:ext cx="24765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62259" imgH="704850" progId="Equation.3">
                  <p:embed/>
                </p:oleObj>
              </mc:Choice>
              <mc:Fallback>
                <p:oleObj name="Equation" r:id="rId6" imgW="2362259" imgH="704850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3775" y="3905250"/>
                        <a:ext cx="24765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1499" name="Text Box 11">
            <a:extLst>
              <a:ext uri="{FF2B5EF4-FFF2-40B4-BE49-F238E27FC236}">
                <a16:creationId xmlns:a16="http://schemas.microsoft.com/office/drawing/2014/main" id="{6F86FCE9-EFFD-6DE5-B1F8-ADF04A02B7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188" y="2736850"/>
            <a:ext cx="533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</a:rPr>
              <a:t>证明：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在导体内任取体积元</a:t>
            </a:r>
          </a:p>
        </p:txBody>
      </p:sp>
      <p:graphicFrame>
        <p:nvGraphicFramePr>
          <p:cNvPr id="191500" name="Object 12">
            <a:extLst>
              <a:ext uri="{FF2B5EF4-FFF2-40B4-BE49-F238E27FC236}">
                <a16:creationId xmlns:a16="http://schemas.microsoft.com/office/drawing/2014/main" id="{AFCB9E03-2530-8A34-8ECF-F309F07287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25963" y="2819400"/>
          <a:ext cx="48260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80941" imgH="200025" progId="Equation.3">
                  <p:embed/>
                </p:oleObj>
              </mc:Choice>
              <mc:Fallback>
                <p:oleObj name="Equation" r:id="rId8" imgW="380941" imgH="200025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5963" y="2819400"/>
                        <a:ext cx="482600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1501" name="AutoShape 13">
            <a:extLst>
              <a:ext uri="{FF2B5EF4-FFF2-40B4-BE49-F238E27FC236}">
                <a16:creationId xmlns:a16="http://schemas.microsoft.com/office/drawing/2014/main" id="{BAE57463-0DE2-C802-913C-2D8740D09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0175" y="4254500"/>
            <a:ext cx="1981200" cy="152400"/>
          </a:xfrm>
          <a:prstGeom prst="rightArrow">
            <a:avLst>
              <a:gd name="adj1" fmla="val 50000"/>
              <a:gd name="adj2" fmla="val 325000"/>
            </a:avLst>
          </a:prstGeom>
          <a:solidFill>
            <a:srgbClr val="FFCCFF"/>
          </a:solidFill>
          <a:ln w="12700">
            <a:solidFill>
              <a:srgbClr val="FFCCFF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91502" name="Text Box 14">
            <a:extLst>
              <a:ext uri="{FF2B5EF4-FFF2-40B4-BE49-F238E27FC236}">
                <a16:creationId xmlns:a16="http://schemas.microsoft.com/office/drawing/2014/main" id="{52911231-EF01-75CE-6AC5-7616211559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3975" y="3797300"/>
            <a:ext cx="2667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由高斯定理</a:t>
            </a:r>
          </a:p>
        </p:txBody>
      </p:sp>
      <p:sp>
        <p:nvSpPr>
          <p:cNvPr id="191503" name="Text Box 15">
            <a:extLst>
              <a:ext uri="{FF2B5EF4-FFF2-40B4-BE49-F238E27FC236}">
                <a16:creationId xmlns:a16="http://schemas.microsoft.com/office/drawing/2014/main" id="{FCE0E333-73E1-C431-06C4-9FDB20FF24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188" y="5229225"/>
            <a:ext cx="3124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sym typeface="MT Extra" panose="05050102010205020202" pitchFamily="18" charset="2"/>
              </a:rPr>
              <a:t>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体积元任取</a:t>
            </a:r>
          </a:p>
        </p:txBody>
      </p:sp>
      <p:sp>
        <p:nvSpPr>
          <p:cNvPr id="191504" name="AutoShape 16">
            <a:extLst>
              <a:ext uri="{FF2B5EF4-FFF2-40B4-BE49-F238E27FC236}">
                <a16:creationId xmlns:a16="http://schemas.microsoft.com/office/drawing/2014/main" id="{24AA07FA-282B-53C9-B322-9CE56250C2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9275" y="5381625"/>
            <a:ext cx="1143000" cy="152400"/>
          </a:xfrm>
          <a:prstGeom prst="rightArrow">
            <a:avLst>
              <a:gd name="adj1" fmla="val 50000"/>
              <a:gd name="adj2" fmla="val 187500"/>
            </a:avLst>
          </a:prstGeom>
          <a:solidFill>
            <a:srgbClr val="FFCCFF"/>
          </a:solidFill>
          <a:ln w="12700">
            <a:solidFill>
              <a:srgbClr val="FFCCFF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91506" name="Rectangle 18">
            <a:extLst>
              <a:ext uri="{FF2B5EF4-FFF2-40B4-BE49-F238E27FC236}">
                <a16:creationId xmlns:a16="http://schemas.microsoft.com/office/drawing/2014/main" id="{DFCA74BB-D2B9-4584-2525-FB093717C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713" y="285750"/>
            <a:ext cx="43322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FFFF00"/>
                </a:solidFill>
                <a:latin typeface="Times New Roman" panose="02020603050405020304" pitchFamily="18" charset="0"/>
              </a:rPr>
              <a:t>二</a:t>
            </a:r>
            <a:r>
              <a:rPr kumimoji="1" lang="en-US" altLang="zh-CN" sz="2800" b="1">
                <a:solidFill>
                  <a:srgbClr val="FFFF00"/>
                </a:solidFill>
                <a:latin typeface="Times New Roman" panose="02020603050405020304" pitchFamily="18" charset="0"/>
              </a:rPr>
              <a:t>.</a:t>
            </a:r>
            <a:r>
              <a:rPr kumimoji="1" lang="zh-CN" altLang="en-US" sz="2800" b="1">
                <a:solidFill>
                  <a:srgbClr val="FFFF00"/>
                </a:solidFill>
                <a:latin typeface="Times New Roman" panose="02020603050405020304" pitchFamily="18" charset="0"/>
              </a:rPr>
              <a:t>导体上电荷的分布</a:t>
            </a:r>
          </a:p>
        </p:txBody>
      </p:sp>
      <p:graphicFrame>
        <p:nvGraphicFramePr>
          <p:cNvPr id="191507" name="Object 19">
            <a:extLst>
              <a:ext uri="{FF2B5EF4-FFF2-40B4-BE49-F238E27FC236}">
                <a16:creationId xmlns:a16="http://schemas.microsoft.com/office/drawing/2014/main" id="{7CB8377D-4CBF-D195-1BB1-54C3A4FCD6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2075" y="5281613"/>
          <a:ext cx="72866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04688" imgH="285750" progId="Equation.3">
                  <p:embed/>
                </p:oleObj>
              </mc:Choice>
              <mc:Fallback>
                <p:oleObj name="Equation" r:id="rId10" imgW="704688" imgH="28575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2075" y="5281613"/>
                        <a:ext cx="728663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1508" name="Rectangle 20">
            <a:extLst>
              <a:ext uri="{FF2B5EF4-FFF2-40B4-BE49-F238E27FC236}">
                <a16:creationId xmlns:a16="http://schemas.microsoft.com/office/drawing/2014/main" id="{5A0C1FE4-714F-9AFB-FD6C-E0BCA6DEB0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5025" y="5229225"/>
            <a:ext cx="1716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导体中各处</a:t>
            </a:r>
          </a:p>
        </p:txBody>
      </p:sp>
      <p:graphicFrame>
        <p:nvGraphicFramePr>
          <p:cNvPr id="191513" name="Object 25">
            <a:extLst>
              <a:ext uri="{FF2B5EF4-FFF2-40B4-BE49-F238E27FC236}">
                <a16:creationId xmlns:a16="http://schemas.microsoft.com/office/drawing/2014/main" id="{AB6B9D15-A190-447A-2653-CA004C96BC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9525" y="2057400"/>
          <a:ext cx="4826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80941" imgH="200025" progId="Equation.3">
                  <p:embed/>
                </p:oleObj>
              </mc:Choice>
              <mc:Fallback>
                <p:oleObj name="Equation" r:id="rId12" imgW="380941" imgH="200025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9525" y="2057400"/>
                        <a:ext cx="4826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1514" name="AutoShape 26">
            <a:extLst>
              <a:ext uri="{FF2B5EF4-FFF2-40B4-BE49-F238E27FC236}">
                <a16:creationId xmlns:a16="http://schemas.microsoft.com/office/drawing/2014/main" id="{615FD7D5-726E-AA34-D814-457AAE031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9163" y="2125663"/>
            <a:ext cx="228600" cy="228600"/>
          </a:xfrm>
          <a:prstGeom prst="cube">
            <a:avLst>
              <a:gd name="adj" fmla="val 25000"/>
            </a:avLst>
          </a:prstGeom>
          <a:solidFill>
            <a:srgbClr val="FF3300"/>
          </a:solidFill>
          <a:ln w="12700">
            <a:solidFill>
              <a:srgbClr val="FFFF00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91515" name="Group 27">
            <a:extLst>
              <a:ext uri="{FF2B5EF4-FFF2-40B4-BE49-F238E27FC236}">
                <a16:creationId xmlns:a16="http://schemas.microsoft.com/office/drawing/2014/main" id="{9FCA427F-1D8B-AA0F-9C83-AFDD8DF7143B}"/>
              </a:ext>
            </a:extLst>
          </p:cNvPr>
          <p:cNvGrpSpPr>
            <a:grpSpLocks/>
          </p:cNvGrpSpPr>
          <p:nvPr/>
        </p:nvGrpSpPr>
        <p:grpSpPr bwMode="auto">
          <a:xfrm>
            <a:off x="6477000" y="533400"/>
            <a:ext cx="2286000" cy="2971800"/>
            <a:chOff x="528" y="672"/>
            <a:chExt cx="1440" cy="1872"/>
          </a:xfrm>
        </p:grpSpPr>
        <p:sp>
          <p:nvSpPr>
            <p:cNvPr id="6185" name="Rectangle 28">
              <a:extLst>
                <a:ext uri="{FF2B5EF4-FFF2-40B4-BE49-F238E27FC236}">
                  <a16:creationId xmlns:a16="http://schemas.microsoft.com/office/drawing/2014/main" id="{148B30D9-2EC3-072E-0358-F854186E9D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672"/>
              <a:ext cx="1440" cy="1872"/>
            </a:xfrm>
            <a:prstGeom prst="rect">
              <a:avLst/>
            </a:prstGeom>
            <a:solidFill>
              <a:srgbClr val="0066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6186" name="Group 29">
              <a:extLst>
                <a:ext uri="{FF2B5EF4-FFF2-40B4-BE49-F238E27FC236}">
                  <a16:creationId xmlns:a16="http://schemas.microsoft.com/office/drawing/2014/main" id="{DF03ED03-1CD5-F3B0-709C-613C0EC669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768"/>
              <a:ext cx="1224" cy="1664"/>
              <a:chOff x="4176" y="694"/>
              <a:chExt cx="1224" cy="1664"/>
            </a:xfrm>
          </p:grpSpPr>
          <p:sp>
            <p:nvSpPr>
              <p:cNvPr id="6188" name="Freeform 30">
                <a:extLst>
                  <a:ext uri="{FF2B5EF4-FFF2-40B4-BE49-F238E27FC236}">
                    <a16:creationId xmlns:a16="http://schemas.microsoft.com/office/drawing/2014/main" id="{4130ED87-272F-C32F-2D5A-9ED783E1F3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6" y="694"/>
                <a:ext cx="1224" cy="1664"/>
              </a:xfrm>
              <a:custGeom>
                <a:avLst/>
                <a:gdLst>
                  <a:gd name="T0" fmla="*/ 608 w 1224"/>
                  <a:gd name="T1" fmla="*/ 16 h 1664"/>
                  <a:gd name="T2" fmla="*/ 272 w 1224"/>
                  <a:gd name="T3" fmla="*/ 64 h 1664"/>
                  <a:gd name="T4" fmla="*/ 32 w 1224"/>
                  <a:gd name="T5" fmla="*/ 352 h 1664"/>
                  <a:gd name="T6" fmla="*/ 80 w 1224"/>
                  <a:gd name="T7" fmla="*/ 880 h 1664"/>
                  <a:gd name="T8" fmla="*/ 32 w 1224"/>
                  <a:gd name="T9" fmla="*/ 1168 h 1664"/>
                  <a:gd name="T10" fmla="*/ 272 w 1224"/>
                  <a:gd name="T11" fmla="*/ 1504 h 1664"/>
                  <a:gd name="T12" fmla="*/ 608 w 1224"/>
                  <a:gd name="T13" fmla="*/ 1648 h 1664"/>
                  <a:gd name="T14" fmla="*/ 944 w 1224"/>
                  <a:gd name="T15" fmla="*/ 1408 h 1664"/>
                  <a:gd name="T16" fmla="*/ 1184 w 1224"/>
                  <a:gd name="T17" fmla="*/ 1120 h 1664"/>
                  <a:gd name="T18" fmla="*/ 1184 w 1224"/>
                  <a:gd name="T19" fmla="*/ 736 h 1664"/>
                  <a:gd name="T20" fmla="*/ 1136 w 1224"/>
                  <a:gd name="T21" fmla="*/ 544 h 1664"/>
                  <a:gd name="T22" fmla="*/ 992 w 1224"/>
                  <a:gd name="T23" fmla="*/ 304 h 1664"/>
                  <a:gd name="T24" fmla="*/ 848 w 1224"/>
                  <a:gd name="T25" fmla="*/ 160 h 1664"/>
                  <a:gd name="T26" fmla="*/ 608 w 1224"/>
                  <a:gd name="T27" fmla="*/ 16 h 1664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224" h="1664">
                    <a:moveTo>
                      <a:pt x="608" y="16"/>
                    </a:moveTo>
                    <a:cubicBezTo>
                      <a:pt x="512" y="0"/>
                      <a:pt x="368" y="8"/>
                      <a:pt x="272" y="64"/>
                    </a:cubicBezTo>
                    <a:cubicBezTo>
                      <a:pt x="176" y="120"/>
                      <a:pt x="64" y="216"/>
                      <a:pt x="32" y="352"/>
                    </a:cubicBezTo>
                    <a:cubicBezTo>
                      <a:pt x="0" y="488"/>
                      <a:pt x="80" y="744"/>
                      <a:pt x="80" y="880"/>
                    </a:cubicBezTo>
                    <a:cubicBezTo>
                      <a:pt x="80" y="1016"/>
                      <a:pt x="0" y="1064"/>
                      <a:pt x="32" y="1168"/>
                    </a:cubicBezTo>
                    <a:cubicBezTo>
                      <a:pt x="64" y="1272"/>
                      <a:pt x="176" y="1424"/>
                      <a:pt x="272" y="1504"/>
                    </a:cubicBezTo>
                    <a:cubicBezTo>
                      <a:pt x="368" y="1584"/>
                      <a:pt x="496" y="1664"/>
                      <a:pt x="608" y="1648"/>
                    </a:cubicBezTo>
                    <a:cubicBezTo>
                      <a:pt x="720" y="1632"/>
                      <a:pt x="848" y="1496"/>
                      <a:pt x="944" y="1408"/>
                    </a:cubicBezTo>
                    <a:cubicBezTo>
                      <a:pt x="1040" y="1320"/>
                      <a:pt x="1144" y="1232"/>
                      <a:pt x="1184" y="1120"/>
                    </a:cubicBezTo>
                    <a:cubicBezTo>
                      <a:pt x="1224" y="1008"/>
                      <a:pt x="1192" y="832"/>
                      <a:pt x="1184" y="736"/>
                    </a:cubicBezTo>
                    <a:cubicBezTo>
                      <a:pt x="1176" y="640"/>
                      <a:pt x="1168" y="616"/>
                      <a:pt x="1136" y="544"/>
                    </a:cubicBezTo>
                    <a:cubicBezTo>
                      <a:pt x="1104" y="472"/>
                      <a:pt x="1040" y="368"/>
                      <a:pt x="992" y="304"/>
                    </a:cubicBezTo>
                    <a:cubicBezTo>
                      <a:pt x="944" y="240"/>
                      <a:pt x="912" y="208"/>
                      <a:pt x="848" y="160"/>
                    </a:cubicBezTo>
                    <a:cubicBezTo>
                      <a:pt x="784" y="112"/>
                      <a:pt x="704" y="32"/>
                      <a:pt x="608" y="16"/>
                    </a:cubicBezTo>
                    <a:close/>
                  </a:path>
                </a:pathLst>
              </a:custGeom>
              <a:solidFill>
                <a:srgbClr val="008000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89" name="Oval 31">
                <a:extLst>
                  <a:ext uri="{FF2B5EF4-FFF2-40B4-BE49-F238E27FC236}">
                    <a16:creationId xmlns:a16="http://schemas.microsoft.com/office/drawing/2014/main" id="{B7FC0DE1-B5AF-E2A1-D360-F68611F93D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68" y="1333"/>
                <a:ext cx="1071" cy="251"/>
              </a:xfrm>
              <a:prstGeom prst="ellipse">
                <a:avLst/>
              </a:prstGeom>
              <a:solidFill>
                <a:schemeClr val="accent1">
                  <a:alpha val="50195"/>
                </a:schemeClr>
              </a:solidFill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6187" name="Freeform 32">
              <a:extLst>
                <a:ext uri="{FF2B5EF4-FFF2-40B4-BE49-F238E27FC236}">
                  <a16:creationId xmlns:a16="http://schemas.microsoft.com/office/drawing/2014/main" id="{816FAA2B-2C9A-EE6F-AD90-A0EDCE8738BF}"/>
                </a:ext>
              </a:extLst>
            </p:cNvPr>
            <p:cNvSpPr>
              <a:spLocks/>
            </p:cNvSpPr>
            <p:nvPr/>
          </p:nvSpPr>
          <p:spPr bwMode="auto">
            <a:xfrm>
              <a:off x="945" y="1728"/>
              <a:ext cx="536" cy="544"/>
            </a:xfrm>
            <a:custGeom>
              <a:avLst/>
              <a:gdLst>
                <a:gd name="T0" fmla="*/ 116 w 584"/>
                <a:gd name="T1" fmla="*/ 12 h 592"/>
                <a:gd name="T2" fmla="*/ 28 w 584"/>
                <a:gd name="T3" fmla="*/ 28 h 592"/>
                <a:gd name="T4" fmla="*/ 12 w 584"/>
                <a:gd name="T5" fmla="*/ 133 h 592"/>
                <a:gd name="T6" fmla="*/ 97 w 584"/>
                <a:gd name="T7" fmla="*/ 204 h 592"/>
                <a:gd name="T8" fmla="*/ 165 w 584"/>
                <a:gd name="T9" fmla="*/ 204 h 592"/>
                <a:gd name="T10" fmla="*/ 200 w 584"/>
                <a:gd name="T11" fmla="*/ 151 h 592"/>
                <a:gd name="T12" fmla="*/ 200 w 584"/>
                <a:gd name="T13" fmla="*/ 81 h 592"/>
                <a:gd name="T14" fmla="*/ 149 w 584"/>
                <a:gd name="T15" fmla="*/ 12 h 592"/>
                <a:gd name="T16" fmla="*/ 116 w 584"/>
                <a:gd name="T17" fmla="*/ 12 h 59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84" h="592">
                  <a:moveTo>
                    <a:pt x="320" y="32"/>
                  </a:moveTo>
                  <a:cubicBezTo>
                    <a:pt x="264" y="40"/>
                    <a:pt x="128" y="24"/>
                    <a:pt x="80" y="80"/>
                  </a:cubicBezTo>
                  <a:cubicBezTo>
                    <a:pt x="32" y="136"/>
                    <a:pt x="0" y="288"/>
                    <a:pt x="32" y="368"/>
                  </a:cubicBezTo>
                  <a:cubicBezTo>
                    <a:pt x="64" y="448"/>
                    <a:pt x="200" y="528"/>
                    <a:pt x="272" y="560"/>
                  </a:cubicBezTo>
                  <a:cubicBezTo>
                    <a:pt x="344" y="592"/>
                    <a:pt x="416" y="584"/>
                    <a:pt x="464" y="560"/>
                  </a:cubicBezTo>
                  <a:cubicBezTo>
                    <a:pt x="512" y="536"/>
                    <a:pt x="544" y="472"/>
                    <a:pt x="560" y="416"/>
                  </a:cubicBezTo>
                  <a:cubicBezTo>
                    <a:pt x="576" y="360"/>
                    <a:pt x="584" y="288"/>
                    <a:pt x="560" y="224"/>
                  </a:cubicBezTo>
                  <a:cubicBezTo>
                    <a:pt x="536" y="160"/>
                    <a:pt x="456" y="64"/>
                    <a:pt x="416" y="32"/>
                  </a:cubicBezTo>
                  <a:cubicBezTo>
                    <a:pt x="376" y="0"/>
                    <a:pt x="376" y="24"/>
                    <a:pt x="320" y="32"/>
                  </a:cubicBezTo>
                  <a:close/>
                </a:path>
              </a:pathLst>
            </a:custGeom>
            <a:solidFill>
              <a:srgbClr val="006699"/>
            </a:solidFill>
            <a:ln w="9525" cap="flat" cmpd="sng">
              <a:solidFill>
                <a:schemeClr val="accent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91521" name="AutoShape 33">
            <a:extLst>
              <a:ext uri="{FF2B5EF4-FFF2-40B4-BE49-F238E27FC236}">
                <a16:creationId xmlns:a16="http://schemas.microsoft.com/office/drawing/2014/main" id="{40E7E71C-E74F-9661-2C2C-B126E30C9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5363" y="1371600"/>
            <a:ext cx="228600" cy="228600"/>
          </a:xfrm>
          <a:prstGeom prst="cube">
            <a:avLst>
              <a:gd name="adj" fmla="val 25000"/>
            </a:avLst>
          </a:prstGeom>
          <a:solidFill>
            <a:srgbClr val="FF3300"/>
          </a:solidFill>
          <a:ln w="12700">
            <a:solidFill>
              <a:srgbClr val="FFFF00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91522" name="Object 34">
            <a:extLst>
              <a:ext uri="{FF2B5EF4-FFF2-40B4-BE49-F238E27FC236}">
                <a16:creationId xmlns:a16="http://schemas.microsoft.com/office/drawing/2014/main" id="{F6D4F059-BFD0-F84F-BEF2-74EDA4C18E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35875" y="1300163"/>
          <a:ext cx="4826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80941" imgH="200025" progId="Equation.3">
                  <p:embed/>
                </p:oleObj>
              </mc:Choice>
              <mc:Fallback>
                <p:oleObj name="Equation" r:id="rId14" imgW="380941" imgH="200025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5875" y="1300163"/>
                        <a:ext cx="4826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1523" name="Object 35">
            <a:extLst>
              <a:ext uri="{FF2B5EF4-FFF2-40B4-BE49-F238E27FC236}">
                <a16:creationId xmlns:a16="http://schemas.microsoft.com/office/drawing/2014/main" id="{F0E66198-C91C-02EC-A2A2-87C0EE091FA0}"/>
              </a:ext>
            </a:extLst>
          </p:cNvPr>
          <p:cNvGraphicFramePr>
            <a:graphicFrameLocks/>
          </p:cNvGraphicFramePr>
          <p:nvPr/>
        </p:nvGraphicFramePr>
        <p:xfrm>
          <a:off x="7180263" y="1565275"/>
          <a:ext cx="1143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66553" imgH="76200" progId="Equation.3">
                  <p:embed/>
                </p:oleObj>
              </mc:Choice>
              <mc:Fallback>
                <p:oleObj name="公式" r:id="rId16" imgW="266553" imgH="76200" progId="Equation.3">
                  <p:embed/>
                  <p:pic>
                    <p:nvPicPr>
                      <p:cNvPr id="0" name="Object 35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0263" y="1565275"/>
                        <a:ext cx="1143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1524" name="Oval 36">
            <a:extLst>
              <a:ext uri="{FF2B5EF4-FFF2-40B4-BE49-F238E27FC236}">
                <a16:creationId xmlns:a16="http://schemas.microsoft.com/office/drawing/2014/main" id="{27032D14-6902-916F-61F1-C109040E4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7763" y="2667000"/>
            <a:ext cx="152400" cy="152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91525" name="Text Box 37">
            <a:extLst>
              <a:ext uri="{FF2B5EF4-FFF2-40B4-BE49-F238E27FC236}">
                <a16:creationId xmlns:a16="http://schemas.microsoft.com/office/drawing/2014/main" id="{A9F5078B-AC96-A42C-AB09-2B7CD3406C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250" y="2227263"/>
            <a:ext cx="481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000" b="1" i="1">
                <a:solidFill>
                  <a:srgbClr val="FFFF00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+</a:t>
            </a:r>
            <a:r>
              <a:rPr kumimoji="1" lang="en-US" altLang="zh-CN" sz="2400" b="1" i="1">
                <a:solidFill>
                  <a:srgbClr val="FFFF00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q</a:t>
            </a:r>
          </a:p>
        </p:txBody>
      </p:sp>
      <p:grpSp>
        <p:nvGrpSpPr>
          <p:cNvPr id="191526" name="Group 38">
            <a:extLst>
              <a:ext uri="{FF2B5EF4-FFF2-40B4-BE49-F238E27FC236}">
                <a16:creationId xmlns:a16="http://schemas.microsoft.com/office/drawing/2014/main" id="{6CCA7C7E-C934-B156-F9EA-3AB3BF18B73B}"/>
              </a:ext>
            </a:extLst>
          </p:cNvPr>
          <p:cNvGrpSpPr>
            <a:grpSpLocks/>
          </p:cNvGrpSpPr>
          <p:nvPr/>
        </p:nvGrpSpPr>
        <p:grpSpPr bwMode="auto">
          <a:xfrm>
            <a:off x="7058025" y="1998663"/>
            <a:ext cx="1031875" cy="1195387"/>
            <a:chOff x="5154" y="1736"/>
            <a:chExt cx="599" cy="764"/>
          </a:xfrm>
        </p:grpSpPr>
        <p:grpSp>
          <p:nvGrpSpPr>
            <p:cNvPr id="6169" name="Group 39">
              <a:extLst>
                <a:ext uri="{FF2B5EF4-FFF2-40B4-BE49-F238E27FC236}">
                  <a16:creationId xmlns:a16="http://schemas.microsoft.com/office/drawing/2014/main" id="{D0FA7FFA-9A90-537B-01CE-C260C99FAC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00" y="1736"/>
              <a:ext cx="320" cy="416"/>
              <a:chOff x="5013" y="3164"/>
              <a:chExt cx="320" cy="416"/>
            </a:xfrm>
          </p:grpSpPr>
          <p:sp>
            <p:nvSpPr>
              <p:cNvPr id="6182" name="Text Box 40">
                <a:extLst>
                  <a:ext uri="{FF2B5EF4-FFF2-40B4-BE49-F238E27FC236}">
                    <a16:creationId xmlns:a16="http://schemas.microsoft.com/office/drawing/2014/main" id="{49B66D81-3BA8-DFF8-4643-02381CF55B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65" y="3199"/>
                <a:ext cx="167" cy="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仿宋_GB2312" panose="02010609030101010101" pitchFamily="49" charset="-122"/>
                  </a:rPr>
                  <a:t>-</a:t>
                </a:r>
              </a:p>
            </p:txBody>
          </p:sp>
          <p:sp>
            <p:nvSpPr>
              <p:cNvPr id="6183" name="Text Box 41">
                <a:extLst>
                  <a:ext uri="{FF2B5EF4-FFF2-40B4-BE49-F238E27FC236}">
                    <a16:creationId xmlns:a16="http://schemas.microsoft.com/office/drawing/2014/main" id="{C67A6AF6-8783-1B59-583A-ECDA07C787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13" y="3288"/>
                <a:ext cx="166" cy="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仿宋_GB2312" panose="02010609030101010101" pitchFamily="49" charset="-122"/>
                  </a:rPr>
                  <a:t>-</a:t>
                </a:r>
              </a:p>
            </p:txBody>
          </p:sp>
          <p:sp>
            <p:nvSpPr>
              <p:cNvPr id="6184" name="Text Box 42">
                <a:extLst>
                  <a:ext uri="{FF2B5EF4-FFF2-40B4-BE49-F238E27FC236}">
                    <a16:creationId xmlns:a16="http://schemas.microsoft.com/office/drawing/2014/main" id="{DB1BBD64-DF31-8003-450A-2C83CEBB4D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67" y="3164"/>
                <a:ext cx="166" cy="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仿宋_GB2312" panose="02010609030101010101" pitchFamily="49" charset="-122"/>
                  </a:rPr>
                  <a:t>-</a:t>
                </a:r>
              </a:p>
            </p:txBody>
          </p:sp>
        </p:grpSp>
        <p:sp>
          <p:nvSpPr>
            <p:cNvPr id="6170" name="Text Box 43">
              <a:extLst>
                <a:ext uri="{FF2B5EF4-FFF2-40B4-BE49-F238E27FC236}">
                  <a16:creationId xmlns:a16="http://schemas.microsoft.com/office/drawing/2014/main" id="{BDDA8904-FE22-CBB2-ACAD-B35D9FE5F0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4" y="2090"/>
              <a:ext cx="166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>
                  <a:solidFill>
                    <a:schemeClr val="bg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rPr>
                <a:t>-</a:t>
              </a:r>
            </a:p>
          </p:txBody>
        </p:sp>
        <p:sp>
          <p:nvSpPr>
            <p:cNvPr id="6171" name="Text Box 44">
              <a:extLst>
                <a:ext uri="{FF2B5EF4-FFF2-40B4-BE49-F238E27FC236}">
                  <a16:creationId xmlns:a16="http://schemas.microsoft.com/office/drawing/2014/main" id="{C8C9D4EF-8DF8-6C9B-2EA9-81D37A0331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3" y="2187"/>
              <a:ext cx="166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>
                  <a:solidFill>
                    <a:schemeClr val="bg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rPr>
                <a:t>-</a:t>
              </a:r>
            </a:p>
          </p:txBody>
        </p:sp>
        <p:sp>
          <p:nvSpPr>
            <p:cNvPr id="6172" name="Text Box 45">
              <a:extLst>
                <a:ext uri="{FF2B5EF4-FFF2-40B4-BE49-F238E27FC236}">
                  <a16:creationId xmlns:a16="http://schemas.microsoft.com/office/drawing/2014/main" id="{A7BC1443-B512-84A4-4BC2-ABCB9353D1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41" y="2160"/>
              <a:ext cx="166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>
                  <a:solidFill>
                    <a:schemeClr val="bg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rPr>
                <a:t>-</a:t>
              </a:r>
            </a:p>
          </p:txBody>
        </p:sp>
        <p:sp>
          <p:nvSpPr>
            <p:cNvPr id="6173" name="Text Box 46">
              <a:extLst>
                <a:ext uri="{FF2B5EF4-FFF2-40B4-BE49-F238E27FC236}">
                  <a16:creationId xmlns:a16="http://schemas.microsoft.com/office/drawing/2014/main" id="{3A7036B0-EE25-26BF-A72D-9CB06D66E0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0" y="2208"/>
              <a:ext cx="166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>
                  <a:solidFill>
                    <a:schemeClr val="bg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rPr>
                <a:t>-</a:t>
              </a:r>
            </a:p>
          </p:txBody>
        </p:sp>
        <p:sp>
          <p:nvSpPr>
            <p:cNvPr id="6174" name="Text Box 47">
              <a:extLst>
                <a:ext uri="{FF2B5EF4-FFF2-40B4-BE49-F238E27FC236}">
                  <a16:creationId xmlns:a16="http://schemas.microsoft.com/office/drawing/2014/main" id="{FBA7B93B-EA7D-CBE3-1577-600728BD3A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26" y="1872"/>
              <a:ext cx="166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>
                  <a:solidFill>
                    <a:schemeClr val="bg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rPr>
                <a:t>-</a:t>
              </a:r>
            </a:p>
          </p:txBody>
        </p:sp>
        <p:sp>
          <p:nvSpPr>
            <p:cNvPr id="6175" name="Text Box 48">
              <a:extLst>
                <a:ext uri="{FF2B5EF4-FFF2-40B4-BE49-F238E27FC236}">
                  <a16:creationId xmlns:a16="http://schemas.microsoft.com/office/drawing/2014/main" id="{F42FF7F5-BA65-2C40-3852-5D4B5DDFB6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9" y="2064"/>
              <a:ext cx="166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>
                  <a:solidFill>
                    <a:schemeClr val="bg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rPr>
                <a:t>-</a:t>
              </a:r>
            </a:p>
          </p:txBody>
        </p:sp>
        <p:sp>
          <p:nvSpPr>
            <p:cNvPr id="6176" name="Text Box 49">
              <a:extLst>
                <a:ext uri="{FF2B5EF4-FFF2-40B4-BE49-F238E27FC236}">
                  <a16:creationId xmlns:a16="http://schemas.microsoft.com/office/drawing/2014/main" id="{4A729A32-DC58-74D5-71CA-4E8501679C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99" y="2160"/>
              <a:ext cx="166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>
                  <a:solidFill>
                    <a:schemeClr val="bg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rPr>
                <a:t>-</a:t>
              </a:r>
            </a:p>
          </p:txBody>
        </p:sp>
        <p:sp>
          <p:nvSpPr>
            <p:cNvPr id="6177" name="Text Box 50">
              <a:extLst>
                <a:ext uri="{FF2B5EF4-FFF2-40B4-BE49-F238E27FC236}">
                  <a16:creationId xmlns:a16="http://schemas.microsoft.com/office/drawing/2014/main" id="{E50A2D7E-305A-514A-9944-75A6CFD1E7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59" y="1808"/>
              <a:ext cx="166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>
                  <a:solidFill>
                    <a:schemeClr val="bg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rPr>
                <a:t>-</a:t>
              </a:r>
            </a:p>
          </p:txBody>
        </p:sp>
        <p:sp>
          <p:nvSpPr>
            <p:cNvPr id="6178" name="Text Box 51">
              <a:extLst>
                <a:ext uri="{FF2B5EF4-FFF2-40B4-BE49-F238E27FC236}">
                  <a16:creationId xmlns:a16="http://schemas.microsoft.com/office/drawing/2014/main" id="{D0047471-0602-8060-80AA-8DF6545146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7" y="2016"/>
              <a:ext cx="166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>
                  <a:solidFill>
                    <a:schemeClr val="bg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rPr>
                <a:t>-</a:t>
              </a:r>
            </a:p>
          </p:txBody>
        </p:sp>
        <p:sp>
          <p:nvSpPr>
            <p:cNvPr id="6179" name="Text Box 52">
              <a:extLst>
                <a:ext uri="{FF2B5EF4-FFF2-40B4-BE49-F238E27FC236}">
                  <a16:creationId xmlns:a16="http://schemas.microsoft.com/office/drawing/2014/main" id="{68BA5BB6-EEAD-215D-B9D9-34742CCBF1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7" y="2113"/>
              <a:ext cx="166" cy="2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>
                  <a:solidFill>
                    <a:schemeClr val="bg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rPr>
                <a:t>-</a:t>
              </a:r>
            </a:p>
          </p:txBody>
        </p:sp>
        <p:sp>
          <p:nvSpPr>
            <p:cNvPr id="6180" name="Text Box 53">
              <a:extLst>
                <a:ext uri="{FF2B5EF4-FFF2-40B4-BE49-F238E27FC236}">
                  <a16:creationId xmlns:a16="http://schemas.microsoft.com/office/drawing/2014/main" id="{6965206A-5B4B-63AE-82C4-41C57A3729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0" y="1929"/>
              <a:ext cx="165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>
                  <a:solidFill>
                    <a:schemeClr val="bg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rPr>
                <a:t>-</a:t>
              </a:r>
            </a:p>
          </p:txBody>
        </p:sp>
        <p:sp>
          <p:nvSpPr>
            <p:cNvPr id="6181" name="Text Box 54">
              <a:extLst>
                <a:ext uri="{FF2B5EF4-FFF2-40B4-BE49-F238E27FC236}">
                  <a16:creationId xmlns:a16="http://schemas.microsoft.com/office/drawing/2014/main" id="{C5693639-90EA-015F-F053-F82A1B6B5A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54" y="1969"/>
              <a:ext cx="166" cy="2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>
                  <a:solidFill>
                    <a:schemeClr val="bg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rPr>
                <a:t>-</a:t>
              </a:r>
            </a:p>
          </p:txBody>
        </p:sp>
      </p:grp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"/>
                                        <p:tgtEl>
                                          <p:spTgt spid="191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1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91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1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91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9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91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91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91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91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91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91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9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9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2" dur="500"/>
                                        <p:tgtEl>
                                          <p:spTgt spid="19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19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19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91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91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91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5" grpId="0" autoUpdateAnimBg="0"/>
      <p:bldP spid="191496" grpId="0" autoUpdateAnimBg="0"/>
      <p:bldP spid="191499" grpId="0" autoUpdateAnimBg="0"/>
      <p:bldP spid="191501" grpId="0" animBg="1"/>
      <p:bldP spid="191502" grpId="0" autoUpdateAnimBg="0"/>
      <p:bldP spid="191503" grpId="0" autoUpdateAnimBg="0"/>
      <p:bldP spid="191504" grpId="0" animBg="1"/>
      <p:bldP spid="191506" grpId="0" autoUpdateAnimBg="0"/>
      <p:bldP spid="191508" grpId="0" autoUpdateAnimBg="0"/>
      <p:bldP spid="191514" grpId="0" animBg="1"/>
      <p:bldP spid="191521" grpId="0" animBg="1"/>
      <p:bldP spid="191524" grpId="0" animBg="1"/>
      <p:bldP spid="191525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>
            <a:extLst>
              <a:ext uri="{FF2B5EF4-FFF2-40B4-BE49-F238E27FC236}">
                <a16:creationId xmlns:a16="http://schemas.microsoft.com/office/drawing/2014/main" id="{814CFAE1-3F7F-0444-828B-E5804B8D9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50850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</a:rPr>
              <a:t>2. </a:t>
            </a:r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</a:rPr>
              <a:t>静电平衡导体表面附近的电场强度与导体表面电荷的关系</a:t>
            </a:r>
          </a:p>
        </p:txBody>
      </p:sp>
      <p:graphicFrame>
        <p:nvGraphicFramePr>
          <p:cNvPr id="192515" name="Object 3">
            <a:extLst>
              <a:ext uri="{FF2B5EF4-FFF2-40B4-BE49-F238E27FC236}">
                <a16:creationId xmlns:a16="http://schemas.microsoft.com/office/drawing/2014/main" id="{3EC1BB8E-1BFB-B0C0-A1D6-4E7A6295D645}"/>
              </a:ext>
            </a:extLst>
          </p:cNvPr>
          <p:cNvGraphicFramePr>
            <a:graphicFrameLocks/>
          </p:cNvGraphicFramePr>
          <p:nvPr/>
        </p:nvGraphicFramePr>
        <p:xfrm>
          <a:off x="4348163" y="1077913"/>
          <a:ext cx="133191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19082" imgH="285750" progId="Equation.3">
                  <p:embed/>
                </p:oleObj>
              </mc:Choice>
              <mc:Fallback>
                <p:oleObj name="Equation" r:id="rId2" imgW="1219082" imgH="285750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8163" y="1077913"/>
                        <a:ext cx="1331912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16" name="Object 4">
            <a:extLst>
              <a:ext uri="{FF2B5EF4-FFF2-40B4-BE49-F238E27FC236}">
                <a16:creationId xmlns:a16="http://schemas.microsoft.com/office/drawing/2014/main" id="{A9D847FD-A59C-ACBD-5155-A10F2ABDEF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54313" y="2025650"/>
          <a:ext cx="1665287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47859" imgH="361950" progId="Equation.3">
                  <p:embed/>
                </p:oleObj>
              </mc:Choice>
              <mc:Fallback>
                <p:oleObj name="Equation" r:id="rId4" imgW="1447859" imgH="36195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4313" y="2025650"/>
                        <a:ext cx="1665287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17" name="Object 5">
            <a:extLst>
              <a:ext uri="{FF2B5EF4-FFF2-40B4-BE49-F238E27FC236}">
                <a16:creationId xmlns:a16="http://schemas.microsoft.com/office/drawing/2014/main" id="{74208AA1-3BE5-436F-2F57-17B4C9F40505}"/>
              </a:ext>
            </a:extLst>
          </p:cNvPr>
          <p:cNvGraphicFramePr>
            <a:graphicFrameLocks/>
          </p:cNvGraphicFramePr>
          <p:nvPr/>
        </p:nvGraphicFramePr>
        <p:xfrm>
          <a:off x="971550" y="3594100"/>
          <a:ext cx="14414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90653" imgH="333375" progId="Equation.DSMT4">
                  <p:embed/>
                </p:oleObj>
              </mc:Choice>
              <mc:Fallback>
                <p:oleObj name="Equation" r:id="rId6" imgW="590653" imgH="333375" progId="Equation.DSMT4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594100"/>
                        <a:ext cx="144145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19" name="Object 7">
            <a:extLst>
              <a:ext uri="{FF2B5EF4-FFF2-40B4-BE49-F238E27FC236}">
                <a16:creationId xmlns:a16="http://schemas.microsoft.com/office/drawing/2014/main" id="{EC5B8BFC-76B2-71F8-E33E-053999D6FE78}"/>
              </a:ext>
            </a:extLst>
          </p:cNvPr>
          <p:cNvGraphicFramePr>
            <a:graphicFrameLocks/>
          </p:cNvGraphicFramePr>
          <p:nvPr/>
        </p:nvGraphicFramePr>
        <p:xfrm>
          <a:off x="2468563" y="3503613"/>
          <a:ext cx="185737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743009" imgH="800100" progId="Equation.3">
                  <p:embed/>
                </p:oleObj>
              </mc:Choice>
              <mc:Fallback>
                <p:oleObj name="公式" r:id="rId8" imgW="1743009" imgH="800100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8563" y="3503613"/>
                        <a:ext cx="1857375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20" name="Object 8">
            <a:extLst>
              <a:ext uri="{FF2B5EF4-FFF2-40B4-BE49-F238E27FC236}">
                <a16:creationId xmlns:a16="http://schemas.microsoft.com/office/drawing/2014/main" id="{5B1EB533-4998-4C1F-FF6D-958688798A80}"/>
              </a:ext>
            </a:extLst>
          </p:cNvPr>
          <p:cNvGraphicFramePr>
            <a:graphicFrameLocks/>
          </p:cNvGraphicFramePr>
          <p:nvPr/>
        </p:nvGraphicFramePr>
        <p:xfrm>
          <a:off x="1222375" y="5018088"/>
          <a:ext cx="119538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85982" imgH="800100" progId="Equation.3">
                  <p:embed/>
                </p:oleObj>
              </mc:Choice>
              <mc:Fallback>
                <p:oleObj name="Equation" r:id="rId10" imgW="1085982" imgH="800100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2375" y="5018088"/>
                        <a:ext cx="1195388" cy="9144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2521" name="Text Box 9">
            <a:extLst>
              <a:ext uri="{FF2B5EF4-FFF2-40B4-BE49-F238E27FC236}">
                <a16:creationId xmlns:a16="http://schemas.microsoft.com/office/drawing/2014/main" id="{18B0F30D-84F2-6234-9086-82462BD5D5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011238"/>
            <a:ext cx="3733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设导体表面电荷面密度为</a:t>
            </a:r>
          </a:p>
        </p:txBody>
      </p:sp>
      <p:sp>
        <p:nvSpPr>
          <p:cNvPr id="192522" name="Text Box 10">
            <a:extLst>
              <a:ext uri="{FF2B5EF4-FFF2-40B4-BE49-F238E27FC236}">
                <a16:creationId xmlns:a16="http://schemas.microsoft.com/office/drawing/2014/main" id="{D6BD67EA-5F21-1947-E497-6D4A080D6C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427163"/>
            <a:ext cx="57912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设</a:t>
            </a:r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是导体外紧靠导体表面的一点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,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相应的电场强度为</a:t>
            </a:r>
          </a:p>
        </p:txBody>
      </p:sp>
      <p:graphicFrame>
        <p:nvGraphicFramePr>
          <p:cNvPr id="192523" name="Object 11">
            <a:extLst>
              <a:ext uri="{FF2B5EF4-FFF2-40B4-BE49-F238E27FC236}">
                <a16:creationId xmlns:a16="http://schemas.microsoft.com/office/drawing/2014/main" id="{C42B7CC6-5325-4E20-D509-9CD40B608B27}"/>
              </a:ext>
            </a:extLst>
          </p:cNvPr>
          <p:cNvGraphicFramePr>
            <a:graphicFrameLocks/>
          </p:cNvGraphicFramePr>
          <p:nvPr/>
        </p:nvGraphicFramePr>
        <p:xfrm>
          <a:off x="3752850" y="5018088"/>
          <a:ext cx="14208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14406" imgH="800100" progId="Equation.3">
                  <p:embed/>
                </p:oleObj>
              </mc:Choice>
              <mc:Fallback>
                <p:oleObj name="Equation" r:id="rId12" imgW="1314406" imgH="800100" progId="Equation.3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2850" y="5018088"/>
                        <a:ext cx="1420813" cy="9144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2524" name="AutoShape 12">
            <a:extLst>
              <a:ext uri="{FF2B5EF4-FFF2-40B4-BE49-F238E27FC236}">
                <a16:creationId xmlns:a16="http://schemas.microsoft.com/office/drawing/2014/main" id="{B74CF4CD-0983-92A5-ACFC-C84C412E4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3850" y="5322888"/>
            <a:ext cx="533400" cy="304800"/>
          </a:xfrm>
          <a:prstGeom prst="notchedRightArrow">
            <a:avLst>
              <a:gd name="adj1" fmla="val 50000"/>
              <a:gd name="adj2" fmla="val 43750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92525" name="AutoShape 13">
            <a:extLst>
              <a:ext uri="{FF2B5EF4-FFF2-40B4-BE49-F238E27FC236}">
                <a16:creationId xmlns:a16="http://schemas.microsoft.com/office/drawing/2014/main" id="{6988DC99-1F68-CE29-40CA-D0D3694C7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7325" y="3954463"/>
            <a:ext cx="1752600" cy="914400"/>
          </a:xfrm>
          <a:prstGeom prst="wedgeRoundRectCallout">
            <a:avLst>
              <a:gd name="adj1" fmla="val -50093"/>
              <a:gd name="adj2" fmla="val 98093"/>
              <a:gd name="adj3" fmla="val 16667"/>
            </a:avLst>
          </a:prstGeom>
          <a:noFill/>
          <a:ln w="19050">
            <a:solidFill>
              <a:srgbClr val="66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为导体外法线方向</a:t>
            </a:r>
            <a:endParaRPr kumimoji="1" lang="zh-CN" altLang="en-US" sz="2400">
              <a:solidFill>
                <a:schemeClr val="bg1"/>
              </a:solidFill>
              <a:latin typeface="Times New Roman" panose="02020603050405020304" pitchFamily="18" charset="0"/>
              <a:ea typeface="仿宋_GB2312" panose="02010609030101010101" pitchFamily="49" charset="-122"/>
            </a:endParaRPr>
          </a:p>
        </p:txBody>
      </p:sp>
      <p:sp>
        <p:nvSpPr>
          <p:cNvPr id="192526" name="Rectangle 14">
            <a:extLst>
              <a:ext uri="{FF2B5EF4-FFF2-40B4-BE49-F238E27FC236}">
                <a16:creationId xmlns:a16="http://schemas.microsoft.com/office/drawing/2014/main" id="{B372B70E-846A-416F-060F-CEB0EA8B5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163" y="2611438"/>
            <a:ext cx="5114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确定电场强度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E 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和电荷密度</a:t>
            </a:r>
            <a:r>
              <a:rPr kumimoji="1" lang="zh-CN" altLang="en-US" sz="2400" b="1" i="1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的关系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:</a:t>
            </a:r>
          </a:p>
        </p:txBody>
      </p:sp>
      <p:grpSp>
        <p:nvGrpSpPr>
          <p:cNvPr id="192527" name="Group 15">
            <a:extLst>
              <a:ext uri="{FF2B5EF4-FFF2-40B4-BE49-F238E27FC236}">
                <a16:creationId xmlns:a16="http://schemas.microsoft.com/office/drawing/2014/main" id="{74FA3DBC-A99A-0046-3B80-5243EFD12B07}"/>
              </a:ext>
            </a:extLst>
          </p:cNvPr>
          <p:cNvGrpSpPr>
            <a:grpSpLocks/>
          </p:cNvGrpSpPr>
          <p:nvPr/>
        </p:nvGrpSpPr>
        <p:grpSpPr bwMode="auto">
          <a:xfrm>
            <a:off x="6084888" y="4979988"/>
            <a:ext cx="2305050" cy="1617662"/>
            <a:chOff x="4026" y="2544"/>
            <a:chExt cx="1452" cy="1019"/>
          </a:xfrm>
        </p:grpSpPr>
        <p:sp>
          <p:nvSpPr>
            <p:cNvPr id="7215" name="Line 16">
              <a:extLst>
                <a:ext uri="{FF2B5EF4-FFF2-40B4-BE49-F238E27FC236}">
                  <a16:creationId xmlns:a16="http://schemas.microsoft.com/office/drawing/2014/main" id="{119A78A0-B850-1F73-A928-B5FD34FA66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7" y="2747"/>
              <a:ext cx="0" cy="720"/>
            </a:xfrm>
            <a:prstGeom prst="line">
              <a:avLst/>
            </a:prstGeom>
            <a:noFill/>
            <a:ln w="5715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16" name="Rectangle 17">
              <a:extLst>
                <a:ext uri="{FF2B5EF4-FFF2-40B4-BE49-F238E27FC236}">
                  <a16:creationId xmlns:a16="http://schemas.microsoft.com/office/drawing/2014/main" id="{B0CE7AEA-F499-61A5-35D6-E0C8FDB7C3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7" y="2880"/>
              <a:ext cx="432" cy="480"/>
            </a:xfrm>
            <a:prstGeom prst="rect">
              <a:avLst/>
            </a:prstGeom>
            <a:noFill/>
            <a:ln w="28575">
              <a:solidFill>
                <a:srgbClr val="FF99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217" name="Text Box 18">
              <a:extLst>
                <a:ext uri="{FF2B5EF4-FFF2-40B4-BE49-F238E27FC236}">
                  <a16:creationId xmlns:a16="http://schemas.microsoft.com/office/drawing/2014/main" id="{6F6E6AF8-E5DC-E3FA-9F22-2C65BCF0E2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0" y="2640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rPr>
                <a:t>+</a:t>
              </a:r>
            </a:p>
          </p:txBody>
        </p:sp>
        <p:sp>
          <p:nvSpPr>
            <p:cNvPr id="7218" name="Text Box 19">
              <a:extLst>
                <a:ext uri="{FF2B5EF4-FFF2-40B4-BE49-F238E27FC236}">
                  <a16:creationId xmlns:a16="http://schemas.microsoft.com/office/drawing/2014/main" id="{65AEC1B6-4942-93DC-EAEC-B933C69AB6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76" y="2869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rPr>
                <a:t>+</a:t>
              </a:r>
            </a:p>
          </p:txBody>
        </p:sp>
        <p:sp>
          <p:nvSpPr>
            <p:cNvPr id="7219" name="Text Box 20">
              <a:extLst>
                <a:ext uri="{FF2B5EF4-FFF2-40B4-BE49-F238E27FC236}">
                  <a16:creationId xmlns:a16="http://schemas.microsoft.com/office/drawing/2014/main" id="{A809610C-5B93-3ED9-8BB7-23C493D0C7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0" y="3083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rPr>
                <a:t>+</a:t>
              </a:r>
            </a:p>
          </p:txBody>
        </p:sp>
        <p:sp>
          <p:nvSpPr>
            <p:cNvPr id="7220" name="Text Box 21">
              <a:extLst>
                <a:ext uri="{FF2B5EF4-FFF2-40B4-BE49-F238E27FC236}">
                  <a16:creationId xmlns:a16="http://schemas.microsoft.com/office/drawing/2014/main" id="{477ED04A-1D1A-EB83-77CA-15E75E827E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7" y="3275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rPr>
                <a:t>+</a:t>
              </a:r>
            </a:p>
          </p:txBody>
        </p:sp>
        <p:sp>
          <p:nvSpPr>
            <p:cNvPr id="7221" name="Text Box 22">
              <a:extLst>
                <a:ext uri="{FF2B5EF4-FFF2-40B4-BE49-F238E27FC236}">
                  <a16:creationId xmlns:a16="http://schemas.microsoft.com/office/drawing/2014/main" id="{43DF536C-9398-BB93-FEE7-26A65C7D43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7" y="2825"/>
              <a:ext cx="2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>
                  <a:solidFill>
                    <a:srgbClr val="FFFF66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rPr>
                <a:t>d</a:t>
              </a:r>
              <a:r>
                <a:rPr kumimoji="1" lang="en-US" altLang="zh-CN" sz="2400" i="1">
                  <a:solidFill>
                    <a:srgbClr val="FFFF66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rPr>
                <a:t>s</a:t>
              </a:r>
            </a:p>
          </p:txBody>
        </p:sp>
        <p:sp>
          <p:nvSpPr>
            <p:cNvPr id="7222" name="Line 23">
              <a:extLst>
                <a:ext uri="{FF2B5EF4-FFF2-40B4-BE49-F238E27FC236}">
                  <a16:creationId xmlns:a16="http://schemas.microsoft.com/office/drawing/2014/main" id="{77F6ACB8-B422-4B29-43B7-CABB0C6E6B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9" y="3120"/>
              <a:ext cx="432" cy="0"/>
            </a:xfrm>
            <a:prstGeom prst="line">
              <a:avLst/>
            </a:prstGeom>
            <a:noFill/>
            <a:ln w="28575">
              <a:solidFill>
                <a:srgbClr val="FFFF66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7223" name="Object 24">
              <a:extLst>
                <a:ext uri="{FF2B5EF4-FFF2-40B4-BE49-F238E27FC236}">
                  <a16:creationId xmlns:a16="http://schemas.microsoft.com/office/drawing/2014/main" id="{5BDB3458-4142-CA52-C1D8-3F917CA4291A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301" y="3216"/>
            <a:ext cx="177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71582" imgH="228600" progId="Equation.3">
                    <p:embed/>
                  </p:oleObj>
                </mc:Choice>
                <mc:Fallback>
                  <p:oleObj name="Equation" r:id="rId14" imgW="171582" imgH="228600" progId="Equation.3">
                    <p:embed/>
                    <p:pic>
                      <p:nvPicPr>
                        <p:cNvPr id="0" name="Object 2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01" y="3216"/>
                          <a:ext cx="177" cy="2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24" name="Object 25">
              <a:extLst>
                <a:ext uri="{FF2B5EF4-FFF2-40B4-BE49-F238E27FC236}">
                  <a16:creationId xmlns:a16="http://schemas.microsoft.com/office/drawing/2014/main" id="{042687D3-624B-2A38-DEC0-9A635D8B83E8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806" y="2544"/>
            <a:ext cx="176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71582" imgH="114300" progId="Equation.3">
                    <p:embed/>
                  </p:oleObj>
                </mc:Choice>
                <mc:Fallback>
                  <p:oleObj name="Equation" r:id="rId16" imgW="171582" imgH="114300" progId="Equation.3">
                    <p:embed/>
                    <p:pic>
                      <p:nvPicPr>
                        <p:cNvPr id="0" name="Object 2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6" y="2544"/>
                          <a:ext cx="176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25" name="Object 26">
              <a:extLst>
                <a:ext uri="{FF2B5EF4-FFF2-40B4-BE49-F238E27FC236}">
                  <a16:creationId xmlns:a16="http://schemas.microsoft.com/office/drawing/2014/main" id="{C8F87567-3EB8-0C0B-9689-5019803E2398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026" y="2976"/>
            <a:ext cx="512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704688" imgH="247650" progId="Equation.3">
                    <p:embed/>
                  </p:oleObj>
                </mc:Choice>
                <mc:Fallback>
                  <p:oleObj name="Equation" r:id="rId18" imgW="704688" imgH="247650" progId="Equation.3">
                    <p:embed/>
                    <p:pic>
                      <p:nvPicPr>
                        <p:cNvPr id="0" name="Object 2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26" y="2976"/>
                          <a:ext cx="512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2539" name="Text Box 27">
            <a:extLst>
              <a:ext uri="{FF2B5EF4-FFF2-40B4-BE49-F238E27FC236}">
                <a16:creationId xmlns:a16="http://schemas.microsoft.com/office/drawing/2014/main" id="{8B993E2C-35BD-FB52-A7E3-2F1787B61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250" y="6140450"/>
            <a:ext cx="4849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</a:rPr>
              <a:t>注意：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上式中的电场是合场强。</a:t>
            </a:r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</a:rPr>
              <a:t>    </a:t>
            </a:r>
          </a:p>
        </p:txBody>
      </p:sp>
      <p:graphicFrame>
        <p:nvGraphicFramePr>
          <p:cNvPr id="192540" name="Object 28">
            <a:extLst>
              <a:ext uri="{FF2B5EF4-FFF2-40B4-BE49-F238E27FC236}">
                <a16:creationId xmlns:a16="http://schemas.microsoft.com/office/drawing/2014/main" id="{AF36A410-CD04-D123-958A-BF874A4335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48538" y="2224088"/>
          <a:ext cx="306387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38129" imgH="57150" progId="Equation.3">
                  <p:embed/>
                </p:oleObj>
              </mc:Choice>
              <mc:Fallback>
                <p:oleObj name="公式" r:id="rId20" imgW="38129" imgH="5715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48538" y="2224088"/>
                        <a:ext cx="306387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41" name="Object 29">
            <a:extLst>
              <a:ext uri="{FF2B5EF4-FFF2-40B4-BE49-F238E27FC236}">
                <a16:creationId xmlns:a16="http://schemas.microsoft.com/office/drawing/2014/main" id="{1DF81272-4BA6-F9DF-094C-79905710F8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88275" y="2759075"/>
          <a:ext cx="455613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76259" imgH="76200" progId="Equation.3">
                  <p:embed/>
                </p:oleObj>
              </mc:Choice>
              <mc:Fallback>
                <p:oleObj name="公式" r:id="rId22" imgW="76259" imgH="7620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88275" y="2759075"/>
                        <a:ext cx="455613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42" name="Object 30">
            <a:extLst>
              <a:ext uri="{FF2B5EF4-FFF2-40B4-BE49-F238E27FC236}">
                <a16:creationId xmlns:a16="http://schemas.microsoft.com/office/drawing/2014/main" id="{B02A54D3-24CC-123B-F253-1E5906321D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34313" y="2312988"/>
          <a:ext cx="322262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9065" imgH="57150" progId="Equation.3">
                  <p:embed/>
                </p:oleObj>
              </mc:Choice>
              <mc:Fallback>
                <p:oleObj name="Equation" r:id="rId24" imgW="19065" imgH="5715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34313" y="2312988"/>
                        <a:ext cx="322262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2543" name="Line 31">
            <a:extLst>
              <a:ext uri="{FF2B5EF4-FFF2-40B4-BE49-F238E27FC236}">
                <a16:creationId xmlns:a16="http://schemas.microsoft.com/office/drawing/2014/main" id="{F8528156-6565-7BEF-7383-F95025D306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97763" y="2084388"/>
            <a:ext cx="671512" cy="581025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2544" name="Line 32">
            <a:extLst>
              <a:ext uri="{FF2B5EF4-FFF2-40B4-BE49-F238E27FC236}">
                <a16:creationId xmlns:a16="http://schemas.microsoft.com/office/drawing/2014/main" id="{05FD1F2C-B667-C19D-A750-C79DD1C7DC0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34275" y="2274888"/>
            <a:ext cx="407988" cy="358775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92545" name="Object 33">
            <a:extLst>
              <a:ext uri="{FF2B5EF4-FFF2-40B4-BE49-F238E27FC236}">
                <a16:creationId xmlns:a16="http://schemas.microsoft.com/office/drawing/2014/main" id="{64E66D18-551D-60B3-54E5-0A505C85D0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80338" y="1579563"/>
          <a:ext cx="417512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38129" imgH="85725" progId="Equation.3">
                  <p:embed/>
                </p:oleObj>
              </mc:Choice>
              <mc:Fallback>
                <p:oleObj name="Equation" r:id="rId26" imgW="38129" imgH="85725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80338" y="1579563"/>
                        <a:ext cx="417512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2546" name="Group 34">
            <a:extLst>
              <a:ext uri="{FF2B5EF4-FFF2-40B4-BE49-F238E27FC236}">
                <a16:creationId xmlns:a16="http://schemas.microsoft.com/office/drawing/2014/main" id="{9C7EAC77-60B4-5C23-9351-65EC2596AFAB}"/>
              </a:ext>
            </a:extLst>
          </p:cNvPr>
          <p:cNvGrpSpPr>
            <a:grpSpLocks/>
          </p:cNvGrpSpPr>
          <p:nvPr/>
        </p:nvGrpSpPr>
        <p:grpSpPr bwMode="auto">
          <a:xfrm>
            <a:off x="6948488" y="2492375"/>
            <a:ext cx="687387" cy="850900"/>
            <a:chOff x="4704" y="1104"/>
            <a:chExt cx="433" cy="536"/>
          </a:xfrm>
        </p:grpSpPr>
        <p:sp>
          <p:nvSpPr>
            <p:cNvPr id="7211" name="Oval 35">
              <a:extLst>
                <a:ext uri="{FF2B5EF4-FFF2-40B4-BE49-F238E27FC236}">
                  <a16:creationId xmlns:a16="http://schemas.microsoft.com/office/drawing/2014/main" id="{A8243594-9FD7-B4EC-06CE-ED8B0E0B9B1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228669">
              <a:off x="4962" y="1104"/>
              <a:ext cx="175" cy="288"/>
            </a:xfrm>
            <a:prstGeom prst="ellipse">
              <a:avLst/>
            </a:prstGeom>
            <a:noFill/>
            <a:ln w="28575">
              <a:solidFill>
                <a:srgbClr val="F492F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212" name="Line 36">
              <a:extLst>
                <a:ext uri="{FF2B5EF4-FFF2-40B4-BE49-F238E27FC236}">
                  <a16:creationId xmlns:a16="http://schemas.microsoft.com/office/drawing/2014/main" id="{7AC01673-4DEF-81DF-70F5-96F0B87C3C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97" y="1362"/>
              <a:ext cx="240" cy="240"/>
            </a:xfrm>
            <a:prstGeom prst="line">
              <a:avLst/>
            </a:prstGeom>
            <a:noFill/>
            <a:ln w="28575">
              <a:solidFill>
                <a:srgbClr val="F492F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13" name="Line 37">
              <a:extLst>
                <a:ext uri="{FF2B5EF4-FFF2-40B4-BE49-F238E27FC236}">
                  <a16:creationId xmlns:a16="http://schemas.microsoft.com/office/drawing/2014/main" id="{533F1279-F8B0-9F09-E4BA-4B5D2457C2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04" y="1152"/>
              <a:ext cx="240" cy="240"/>
            </a:xfrm>
            <a:prstGeom prst="line">
              <a:avLst/>
            </a:prstGeom>
            <a:noFill/>
            <a:ln w="28575">
              <a:solidFill>
                <a:srgbClr val="F492F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14" name="Oval 38">
              <a:extLst>
                <a:ext uri="{FF2B5EF4-FFF2-40B4-BE49-F238E27FC236}">
                  <a16:creationId xmlns:a16="http://schemas.microsoft.com/office/drawing/2014/main" id="{A4FED1A3-87D6-7464-36E5-9CBE1824FA4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395399">
              <a:off x="4716" y="1352"/>
              <a:ext cx="175" cy="288"/>
            </a:xfrm>
            <a:prstGeom prst="ellipse">
              <a:avLst/>
            </a:prstGeom>
            <a:noFill/>
            <a:ln w="28575" cap="rnd">
              <a:solidFill>
                <a:srgbClr val="F492F4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192551" name="Group 39">
            <a:extLst>
              <a:ext uri="{FF2B5EF4-FFF2-40B4-BE49-F238E27FC236}">
                <a16:creationId xmlns:a16="http://schemas.microsoft.com/office/drawing/2014/main" id="{18692B0C-1990-C3DD-8D39-D459284C2741}"/>
              </a:ext>
            </a:extLst>
          </p:cNvPr>
          <p:cNvGrpSpPr>
            <a:grpSpLocks/>
          </p:cNvGrpSpPr>
          <p:nvPr/>
        </p:nvGrpSpPr>
        <p:grpSpPr bwMode="auto">
          <a:xfrm>
            <a:off x="6559550" y="2271713"/>
            <a:ext cx="1169988" cy="1077912"/>
            <a:chOff x="4458" y="982"/>
            <a:chExt cx="737" cy="679"/>
          </a:xfrm>
        </p:grpSpPr>
        <p:sp>
          <p:nvSpPr>
            <p:cNvPr id="7194" name="Text Box 40">
              <a:extLst>
                <a:ext uri="{FF2B5EF4-FFF2-40B4-BE49-F238E27FC236}">
                  <a16:creationId xmlns:a16="http://schemas.microsoft.com/office/drawing/2014/main" id="{BE1D1B29-7624-0BFC-9648-10CCFE6E2F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982"/>
              <a:ext cx="2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7195" name="Text Box 41">
              <a:extLst>
                <a:ext uri="{FF2B5EF4-FFF2-40B4-BE49-F238E27FC236}">
                  <a16:creationId xmlns:a16="http://schemas.microsoft.com/office/drawing/2014/main" id="{104A1C8D-5522-1915-8E02-AF1BB74D58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2" y="1004"/>
              <a:ext cx="2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grpSp>
          <p:nvGrpSpPr>
            <p:cNvPr id="7196" name="Group 42">
              <a:extLst>
                <a:ext uri="{FF2B5EF4-FFF2-40B4-BE49-F238E27FC236}">
                  <a16:creationId xmlns:a16="http://schemas.microsoft.com/office/drawing/2014/main" id="{7C5CFC6A-FA33-F9AE-7938-A587015B76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58" y="1071"/>
              <a:ext cx="737" cy="590"/>
              <a:chOff x="4458" y="1071"/>
              <a:chExt cx="737" cy="590"/>
            </a:xfrm>
          </p:grpSpPr>
          <p:sp>
            <p:nvSpPr>
              <p:cNvPr id="7197" name="Arc 43">
                <a:extLst>
                  <a:ext uri="{FF2B5EF4-FFF2-40B4-BE49-F238E27FC236}">
                    <a16:creationId xmlns:a16="http://schemas.microsoft.com/office/drawing/2014/main" id="{A27CA3EC-65A6-AE01-929D-FB15ED996AAF}"/>
                  </a:ext>
                </a:extLst>
              </p:cNvPr>
              <p:cNvSpPr>
                <a:spLocks/>
              </p:cNvSpPr>
              <p:nvPr/>
            </p:nvSpPr>
            <p:spPr bwMode="auto">
              <a:xfrm rot="273057">
                <a:off x="4458" y="1072"/>
                <a:ext cx="721" cy="553"/>
              </a:xfrm>
              <a:custGeom>
                <a:avLst/>
                <a:gdLst>
                  <a:gd name="T0" fmla="*/ 0 w 29439"/>
                  <a:gd name="T1" fmla="*/ 36 h 22601"/>
                  <a:gd name="T2" fmla="*/ 720 w 29439"/>
                  <a:gd name="T3" fmla="*/ 553 h 22601"/>
                  <a:gd name="T4" fmla="*/ 192 w 29439"/>
                  <a:gd name="T5" fmla="*/ 529 h 2260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9439" h="22601" fill="none" extrusionOk="0">
                    <a:moveTo>
                      <a:pt x="-1" y="1472"/>
                    </a:moveTo>
                    <a:cubicBezTo>
                      <a:pt x="2498" y="499"/>
                      <a:pt x="5157" y="-1"/>
                      <a:pt x="7839" y="0"/>
                    </a:cubicBezTo>
                    <a:cubicBezTo>
                      <a:pt x="19768" y="0"/>
                      <a:pt x="29439" y="9670"/>
                      <a:pt x="29439" y="21600"/>
                    </a:cubicBezTo>
                    <a:cubicBezTo>
                      <a:pt x="29439" y="21933"/>
                      <a:pt x="29431" y="22267"/>
                      <a:pt x="29415" y="22600"/>
                    </a:cubicBezTo>
                  </a:path>
                  <a:path w="29439" h="22601" stroke="0" extrusionOk="0">
                    <a:moveTo>
                      <a:pt x="-1" y="1472"/>
                    </a:moveTo>
                    <a:cubicBezTo>
                      <a:pt x="2498" y="499"/>
                      <a:pt x="5157" y="-1"/>
                      <a:pt x="7839" y="0"/>
                    </a:cubicBezTo>
                    <a:cubicBezTo>
                      <a:pt x="19768" y="0"/>
                      <a:pt x="29439" y="9670"/>
                      <a:pt x="29439" y="21600"/>
                    </a:cubicBezTo>
                    <a:cubicBezTo>
                      <a:pt x="29439" y="21933"/>
                      <a:pt x="29431" y="22267"/>
                      <a:pt x="29415" y="22600"/>
                    </a:cubicBezTo>
                    <a:lnTo>
                      <a:pt x="7839" y="21600"/>
                    </a:lnTo>
                    <a:lnTo>
                      <a:pt x="-1" y="1472"/>
                    </a:lnTo>
                    <a:close/>
                  </a:path>
                </a:pathLst>
              </a:custGeom>
              <a:noFill/>
              <a:ln w="57150">
                <a:solidFill>
                  <a:srgbClr val="66FF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98" name="Text Box 44">
                <a:extLst>
                  <a:ext uri="{FF2B5EF4-FFF2-40B4-BE49-F238E27FC236}">
                    <a16:creationId xmlns:a16="http://schemas.microsoft.com/office/drawing/2014/main" id="{1F3CF8E1-08E0-1244-B839-01C54F0A40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76" y="1146"/>
                <a:ext cx="22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 b="1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7199" name="Text Box 45">
                <a:extLst>
                  <a:ext uri="{FF2B5EF4-FFF2-40B4-BE49-F238E27FC236}">
                    <a16:creationId xmlns:a16="http://schemas.microsoft.com/office/drawing/2014/main" id="{A2CDDBC8-3536-D281-8FF2-C2D570638A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71" y="1344"/>
                <a:ext cx="22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 b="1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7200" name="Line 46">
                <a:extLst>
                  <a:ext uri="{FF2B5EF4-FFF2-40B4-BE49-F238E27FC236}">
                    <a16:creationId xmlns:a16="http://schemas.microsoft.com/office/drawing/2014/main" id="{1682E89B-414F-B7FC-4C4D-DA87C47EE4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558" y="1071"/>
                <a:ext cx="91" cy="91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01" name="Line 47">
                <a:extLst>
                  <a:ext uri="{FF2B5EF4-FFF2-40B4-BE49-F238E27FC236}">
                    <a16:creationId xmlns:a16="http://schemas.microsoft.com/office/drawing/2014/main" id="{A77A0A0E-8284-1B7B-691C-5884C05B6E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35" y="1083"/>
                <a:ext cx="91" cy="91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02" name="Line 48">
                <a:extLst>
                  <a:ext uri="{FF2B5EF4-FFF2-40B4-BE49-F238E27FC236}">
                    <a16:creationId xmlns:a16="http://schemas.microsoft.com/office/drawing/2014/main" id="{E3BFCBCF-A0BA-C49C-C055-D3120C7D32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05" y="1103"/>
                <a:ext cx="91" cy="91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03" name="Line 49">
                <a:extLst>
                  <a:ext uri="{FF2B5EF4-FFF2-40B4-BE49-F238E27FC236}">
                    <a16:creationId xmlns:a16="http://schemas.microsoft.com/office/drawing/2014/main" id="{F5F09E13-55EF-4519-D9C0-367C693442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72" y="1128"/>
                <a:ext cx="91" cy="91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04" name="Line 50">
                <a:extLst>
                  <a:ext uri="{FF2B5EF4-FFF2-40B4-BE49-F238E27FC236}">
                    <a16:creationId xmlns:a16="http://schemas.microsoft.com/office/drawing/2014/main" id="{18B4D4B4-4574-167E-FF51-194FBF51AA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30" y="1161"/>
                <a:ext cx="91" cy="91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05" name="Line 51">
                <a:extLst>
                  <a:ext uri="{FF2B5EF4-FFF2-40B4-BE49-F238E27FC236}">
                    <a16:creationId xmlns:a16="http://schemas.microsoft.com/office/drawing/2014/main" id="{E16E9CBD-0B39-502D-6068-A9A0252D4E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77" y="1204"/>
                <a:ext cx="91" cy="91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06" name="Line 52">
                <a:extLst>
                  <a:ext uri="{FF2B5EF4-FFF2-40B4-BE49-F238E27FC236}">
                    <a16:creationId xmlns:a16="http://schemas.microsoft.com/office/drawing/2014/main" id="{47A3D777-72D9-7F5C-A145-C850CAA05C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920" y="1251"/>
                <a:ext cx="91" cy="91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07" name="Line 53">
                <a:extLst>
                  <a:ext uri="{FF2B5EF4-FFF2-40B4-BE49-F238E27FC236}">
                    <a16:creationId xmlns:a16="http://schemas.microsoft.com/office/drawing/2014/main" id="{79FC1417-934D-4E14-682E-DBD9AB1B6A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965" y="1296"/>
                <a:ext cx="91" cy="91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08" name="Line 54">
                <a:extLst>
                  <a:ext uri="{FF2B5EF4-FFF2-40B4-BE49-F238E27FC236}">
                    <a16:creationId xmlns:a16="http://schemas.microsoft.com/office/drawing/2014/main" id="{8F1F5821-7F2A-02EB-4792-8F8BEC314D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00" y="1352"/>
                <a:ext cx="91" cy="91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09" name="Line 55">
                <a:extLst>
                  <a:ext uri="{FF2B5EF4-FFF2-40B4-BE49-F238E27FC236}">
                    <a16:creationId xmlns:a16="http://schemas.microsoft.com/office/drawing/2014/main" id="{79046A16-46BA-E69A-B5BD-B8DD971F05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40" y="1487"/>
                <a:ext cx="91" cy="91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10" name="Line 56">
                <a:extLst>
                  <a:ext uri="{FF2B5EF4-FFF2-40B4-BE49-F238E27FC236}">
                    <a16:creationId xmlns:a16="http://schemas.microsoft.com/office/drawing/2014/main" id="{9629F475-CA75-6156-13E8-13F4A4CB72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49" y="1570"/>
                <a:ext cx="91" cy="91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92569" name="Oval 57">
            <a:extLst>
              <a:ext uri="{FF2B5EF4-FFF2-40B4-BE49-F238E27FC236}">
                <a16:creationId xmlns:a16="http://schemas.microsoft.com/office/drawing/2014/main" id="{7332553D-572C-3DDA-1FF9-3F3DEB97C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2675" y="2647950"/>
            <a:ext cx="76200" cy="76200"/>
          </a:xfrm>
          <a:prstGeom prst="ellipse">
            <a:avLst/>
          </a:prstGeom>
          <a:solidFill>
            <a:srgbClr val="FFFF00"/>
          </a:solidFill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92570" name="AutoShape 58">
            <a:extLst>
              <a:ext uri="{FF2B5EF4-FFF2-40B4-BE49-F238E27FC236}">
                <a16:creationId xmlns:a16="http://schemas.microsoft.com/office/drawing/2014/main" id="{EA53217D-9D48-B7A4-AF78-A2104EAA71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6037263"/>
            <a:ext cx="360362" cy="576262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2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2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2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92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92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9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92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92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9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92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92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92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92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92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92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92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92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4" dur="500"/>
                                        <p:tgtEl>
                                          <p:spTgt spid="192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192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92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21" grpId="0" autoUpdateAnimBg="0"/>
      <p:bldP spid="192522" grpId="0" autoUpdateAnimBg="0"/>
      <p:bldP spid="192524" grpId="0" animBg="1"/>
      <p:bldP spid="192525" grpId="0" animBg="1" autoUpdateAnimBg="0"/>
      <p:bldP spid="192526" grpId="0" autoUpdateAnimBg="0"/>
      <p:bldP spid="192539" grpId="0" build="p" autoUpdateAnimBg="0"/>
      <p:bldP spid="192569" grpId="0" animBg="1"/>
      <p:bldP spid="19257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538" name="Group 2">
            <a:extLst>
              <a:ext uri="{FF2B5EF4-FFF2-40B4-BE49-F238E27FC236}">
                <a16:creationId xmlns:a16="http://schemas.microsoft.com/office/drawing/2014/main" id="{327BA879-ABC8-B568-AD82-AB0B727F7B80}"/>
              </a:ext>
            </a:extLst>
          </p:cNvPr>
          <p:cNvGrpSpPr>
            <a:grpSpLocks/>
          </p:cNvGrpSpPr>
          <p:nvPr/>
        </p:nvGrpSpPr>
        <p:grpSpPr bwMode="auto">
          <a:xfrm>
            <a:off x="7239000" y="481013"/>
            <a:ext cx="1219200" cy="1257300"/>
            <a:chOff x="4224" y="1200"/>
            <a:chExt cx="768" cy="792"/>
          </a:xfrm>
        </p:grpSpPr>
        <p:sp>
          <p:nvSpPr>
            <p:cNvPr id="8229" name="Oval 3">
              <a:extLst>
                <a:ext uri="{FF2B5EF4-FFF2-40B4-BE49-F238E27FC236}">
                  <a16:creationId xmlns:a16="http://schemas.microsoft.com/office/drawing/2014/main" id="{5D186587-47C8-560B-5C4D-ABE7BC8405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1260"/>
              <a:ext cx="672" cy="672"/>
            </a:xfrm>
            <a:prstGeom prst="ellipse">
              <a:avLst/>
            </a:prstGeom>
            <a:gradFill rotWithShape="0">
              <a:gsLst>
                <a:gs pos="0">
                  <a:srgbClr val="FFFF00"/>
                </a:gs>
                <a:gs pos="100000">
                  <a:srgbClr val="FF99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 sz="2400">
                <a:latin typeface="Times New Roman" panose="02020603050405020304" pitchFamily="18" charset="0"/>
                <a:ea typeface="仿宋_GB2312" panose="02010609030101010101" pitchFamily="49" charset="-122"/>
              </a:endParaRPr>
            </a:p>
          </p:txBody>
        </p:sp>
        <p:sp>
          <p:nvSpPr>
            <p:cNvPr id="8230" name="Text Box 4">
              <a:extLst>
                <a:ext uri="{FF2B5EF4-FFF2-40B4-BE49-F238E27FC236}">
                  <a16:creationId xmlns:a16="http://schemas.microsoft.com/office/drawing/2014/main" id="{705427B1-5F75-B460-0ED7-BE8053BFB4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1200"/>
              <a:ext cx="18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>
                  <a:latin typeface="Times New Roman" panose="02020603050405020304" pitchFamily="18" charset="0"/>
                  <a:ea typeface="仿宋_GB2312" panose="02010609030101010101" pitchFamily="49" charset="-122"/>
                </a:rPr>
                <a:t>+</a:t>
              </a:r>
            </a:p>
          </p:txBody>
        </p:sp>
        <p:sp>
          <p:nvSpPr>
            <p:cNvPr id="8231" name="Text Box 5">
              <a:extLst>
                <a:ext uri="{FF2B5EF4-FFF2-40B4-BE49-F238E27FC236}">
                  <a16:creationId xmlns:a16="http://schemas.microsoft.com/office/drawing/2014/main" id="{2F910B26-92BC-5BAE-7D6F-89C8D4DDC4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2" y="1228"/>
              <a:ext cx="18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>
                  <a:latin typeface="Times New Roman" panose="02020603050405020304" pitchFamily="18" charset="0"/>
                  <a:ea typeface="仿宋_GB2312" panose="02010609030101010101" pitchFamily="49" charset="-122"/>
                </a:rPr>
                <a:t>+</a:t>
              </a:r>
            </a:p>
          </p:txBody>
        </p:sp>
        <p:sp>
          <p:nvSpPr>
            <p:cNvPr id="8232" name="Text Box 6">
              <a:extLst>
                <a:ext uri="{FF2B5EF4-FFF2-40B4-BE49-F238E27FC236}">
                  <a16:creationId xmlns:a16="http://schemas.microsoft.com/office/drawing/2014/main" id="{A2C4BAA7-E07A-00F3-16A7-E2E967324B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0" y="1268"/>
              <a:ext cx="18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>
                  <a:latin typeface="Times New Roman" panose="02020603050405020304" pitchFamily="18" charset="0"/>
                  <a:ea typeface="仿宋_GB2312" panose="02010609030101010101" pitchFamily="49" charset="-122"/>
                </a:rPr>
                <a:t>+</a:t>
              </a:r>
            </a:p>
          </p:txBody>
        </p:sp>
        <p:sp>
          <p:nvSpPr>
            <p:cNvPr id="8233" name="Text Box 7">
              <a:extLst>
                <a:ext uri="{FF2B5EF4-FFF2-40B4-BE49-F238E27FC236}">
                  <a16:creationId xmlns:a16="http://schemas.microsoft.com/office/drawing/2014/main" id="{5DAF0101-089C-1823-BA1C-47D38CC97A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4" y="1340"/>
              <a:ext cx="18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>
                  <a:latin typeface="Times New Roman" panose="02020603050405020304" pitchFamily="18" charset="0"/>
                  <a:ea typeface="仿宋_GB2312" panose="02010609030101010101" pitchFamily="49" charset="-122"/>
                </a:rPr>
                <a:t>+</a:t>
              </a:r>
            </a:p>
          </p:txBody>
        </p:sp>
        <p:sp>
          <p:nvSpPr>
            <p:cNvPr id="8234" name="Text Box 8">
              <a:extLst>
                <a:ext uri="{FF2B5EF4-FFF2-40B4-BE49-F238E27FC236}">
                  <a16:creationId xmlns:a16="http://schemas.microsoft.com/office/drawing/2014/main" id="{C0432AF5-1565-F500-9D15-C23FAC1A4E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1420"/>
              <a:ext cx="18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>
                  <a:latin typeface="Times New Roman" panose="02020603050405020304" pitchFamily="18" charset="0"/>
                  <a:ea typeface="仿宋_GB2312" panose="02010609030101010101" pitchFamily="49" charset="-122"/>
                </a:rPr>
                <a:t>+</a:t>
              </a:r>
            </a:p>
          </p:txBody>
        </p:sp>
        <p:sp>
          <p:nvSpPr>
            <p:cNvPr id="8235" name="Text Box 9">
              <a:extLst>
                <a:ext uri="{FF2B5EF4-FFF2-40B4-BE49-F238E27FC236}">
                  <a16:creationId xmlns:a16="http://schemas.microsoft.com/office/drawing/2014/main" id="{09FB4935-428B-72B5-A3FB-E7470C2DD6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4" y="1516"/>
              <a:ext cx="18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>
                  <a:latin typeface="Times New Roman" panose="02020603050405020304" pitchFamily="18" charset="0"/>
                  <a:ea typeface="仿宋_GB2312" panose="02010609030101010101" pitchFamily="49" charset="-122"/>
                </a:rPr>
                <a:t>+</a:t>
              </a:r>
            </a:p>
          </p:txBody>
        </p:sp>
        <p:sp>
          <p:nvSpPr>
            <p:cNvPr id="8236" name="Text Box 10">
              <a:extLst>
                <a:ext uri="{FF2B5EF4-FFF2-40B4-BE49-F238E27FC236}">
                  <a16:creationId xmlns:a16="http://schemas.microsoft.com/office/drawing/2014/main" id="{6D7EDD26-540D-F004-E7D7-74E6E727D9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8" y="1616"/>
              <a:ext cx="18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>
                  <a:latin typeface="Times New Roman" panose="02020603050405020304" pitchFamily="18" charset="0"/>
                  <a:ea typeface="仿宋_GB2312" panose="02010609030101010101" pitchFamily="49" charset="-122"/>
                </a:rPr>
                <a:t>+</a:t>
              </a:r>
            </a:p>
          </p:txBody>
        </p:sp>
        <p:sp>
          <p:nvSpPr>
            <p:cNvPr id="8237" name="Text Box 11">
              <a:extLst>
                <a:ext uri="{FF2B5EF4-FFF2-40B4-BE49-F238E27FC236}">
                  <a16:creationId xmlns:a16="http://schemas.microsoft.com/office/drawing/2014/main" id="{0BE47E7E-943F-0BA2-17C3-6014DF5142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4" y="1708"/>
              <a:ext cx="18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>
                  <a:latin typeface="Times New Roman" panose="02020603050405020304" pitchFamily="18" charset="0"/>
                  <a:ea typeface="仿宋_GB2312" panose="02010609030101010101" pitchFamily="49" charset="-122"/>
                </a:rPr>
                <a:t>+</a:t>
              </a:r>
            </a:p>
          </p:txBody>
        </p:sp>
        <p:sp>
          <p:nvSpPr>
            <p:cNvPr id="8238" name="Text Box 12">
              <a:extLst>
                <a:ext uri="{FF2B5EF4-FFF2-40B4-BE49-F238E27FC236}">
                  <a16:creationId xmlns:a16="http://schemas.microsoft.com/office/drawing/2014/main" id="{98DA5786-77DC-D00C-DB61-A259BB5F0C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6" y="1748"/>
              <a:ext cx="18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>
                  <a:latin typeface="Times New Roman" panose="02020603050405020304" pitchFamily="18" charset="0"/>
                  <a:ea typeface="仿宋_GB2312" panose="02010609030101010101" pitchFamily="49" charset="-122"/>
                </a:rPr>
                <a:t>+</a:t>
              </a:r>
            </a:p>
          </p:txBody>
        </p:sp>
        <p:sp>
          <p:nvSpPr>
            <p:cNvPr id="8239" name="Text Box 13">
              <a:extLst>
                <a:ext uri="{FF2B5EF4-FFF2-40B4-BE49-F238E27FC236}">
                  <a16:creationId xmlns:a16="http://schemas.microsoft.com/office/drawing/2014/main" id="{EF054F3D-0DEE-4C91-F09A-9EE810FA5C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1780"/>
              <a:ext cx="18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>
                  <a:latin typeface="Times New Roman" panose="02020603050405020304" pitchFamily="18" charset="0"/>
                  <a:ea typeface="仿宋_GB2312" panose="02010609030101010101" pitchFamily="49" charset="-122"/>
                </a:rPr>
                <a:t>+</a:t>
              </a:r>
            </a:p>
          </p:txBody>
        </p:sp>
        <p:sp>
          <p:nvSpPr>
            <p:cNvPr id="8240" name="Text Box 14">
              <a:extLst>
                <a:ext uri="{FF2B5EF4-FFF2-40B4-BE49-F238E27FC236}">
                  <a16:creationId xmlns:a16="http://schemas.microsoft.com/office/drawing/2014/main" id="{DF2CED0C-8DD7-0296-FA4B-A687F7E211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1776"/>
              <a:ext cx="18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>
                  <a:latin typeface="Times New Roman" panose="02020603050405020304" pitchFamily="18" charset="0"/>
                  <a:ea typeface="仿宋_GB2312" panose="02010609030101010101" pitchFamily="49" charset="-122"/>
                </a:rPr>
                <a:t>+</a:t>
              </a:r>
            </a:p>
          </p:txBody>
        </p:sp>
        <p:sp>
          <p:nvSpPr>
            <p:cNvPr id="8241" name="Text Box 15">
              <a:extLst>
                <a:ext uri="{FF2B5EF4-FFF2-40B4-BE49-F238E27FC236}">
                  <a16:creationId xmlns:a16="http://schemas.microsoft.com/office/drawing/2014/main" id="{89F56C87-3D25-4EE8-FE51-69B0060225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84" y="1744"/>
              <a:ext cx="18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>
                  <a:latin typeface="Times New Roman" panose="02020603050405020304" pitchFamily="18" charset="0"/>
                  <a:ea typeface="仿宋_GB2312" panose="02010609030101010101" pitchFamily="49" charset="-122"/>
                </a:rPr>
                <a:t>+</a:t>
              </a:r>
            </a:p>
          </p:txBody>
        </p:sp>
        <p:sp>
          <p:nvSpPr>
            <p:cNvPr id="8242" name="Text Box 16">
              <a:extLst>
                <a:ext uri="{FF2B5EF4-FFF2-40B4-BE49-F238E27FC236}">
                  <a16:creationId xmlns:a16="http://schemas.microsoft.com/office/drawing/2014/main" id="{1E7E5FD3-9077-2ADA-4AA1-6963823B54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8" y="1688"/>
              <a:ext cx="18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>
                  <a:latin typeface="Times New Roman" panose="02020603050405020304" pitchFamily="18" charset="0"/>
                  <a:ea typeface="仿宋_GB2312" panose="02010609030101010101" pitchFamily="49" charset="-122"/>
                </a:rPr>
                <a:t>+</a:t>
              </a:r>
            </a:p>
          </p:txBody>
        </p:sp>
        <p:sp>
          <p:nvSpPr>
            <p:cNvPr id="8243" name="Text Box 17">
              <a:extLst>
                <a:ext uri="{FF2B5EF4-FFF2-40B4-BE49-F238E27FC236}">
                  <a16:creationId xmlns:a16="http://schemas.microsoft.com/office/drawing/2014/main" id="{39F1B132-BA86-D277-C10C-B2A48634DF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6" y="1616"/>
              <a:ext cx="18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>
                  <a:latin typeface="Times New Roman" panose="02020603050405020304" pitchFamily="18" charset="0"/>
                  <a:ea typeface="仿宋_GB2312" panose="02010609030101010101" pitchFamily="49" charset="-122"/>
                </a:rPr>
                <a:t>+</a:t>
              </a:r>
            </a:p>
          </p:txBody>
        </p:sp>
        <p:sp>
          <p:nvSpPr>
            <p:cNvPr id="8244" name="Text Box 18">
              <a:extLst>
                <a:ext uri="{FF2B5EF4-FFF2-40B4-BE49-F238E27FC236}">
                  <a16:creationId xmlns:a16="http://schemas.microsoft.com/office/drawing/2014/main" id="{B2A795FE-4E1B-D6F4-64CC-2BF9F2426C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1536"/>
              <a:ext cx="18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>
                  <a:latin typeface="Times New Roman" panose="02020603050405020304" pitchFamily="18" charset="0"/>
                  <a:ea typeface="仿宋_GB2312" panose="02010609030101010101" pitchFamily="49" charset="-122"/>
                </a:rPr>
                <a:t>+</a:t>
              </a:r>
            </a:p>
          </p:txBody>
        </p:sp>
        <p:sp>
          <p:nvSpPr>
            <p:cNvPr id="8245" name="Text Box 19">
              <a:extLst>
                <a:ext uri="{FF2B5EF4-FFF2-40B4-BE49-F238E27FC236}">
                  <a16:creationId xmlns:a16="http://schemas.microsoft.com/office/drawing/2014/main" id="{C71595C3-73B8-B6AC-92F9-86936B0098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1440"/>
              <a:ext cx="18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>
                  <a:latin typeface="Times New Roman" panose="02020603050405020304" pitchFamily="18" charset="0"/>
                  <a:ea typeface="仿宋_GB2312" panose="02010609030101010101" pitchFamily="49" charset="-122"/>
                </a:rPr>
                <a:t>+</a:t>
              </a:r>
            </a:p>
          </p:txBody>
        </p:sp>
        <p:sp>
          <p:nvSpPr>
            <p:cNvPr id="8246" name="Text Box 20">
              <a:extLst>
                <a:ext uri="{FF2B5EF4-FFF2-40B4-BE49-F238E27FC236}">
                  <a16:creationId xmlns:a16="http://schemas.microsoft.com/office/drawing/2014/main" id="{45D94429-5A7C-6D59-953F-84D7C0B970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4" y="1344"/>
              <a:ext cx="18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>
                  <a:latin typeface="Times New Roman" panose="02020603050405020304" pitchFamily="18" charset="0"/>
                  <a:ea typeface="仿宋_GB2312" panose="02010609030101010101" pitchFamily="49" charset="-122"/>
                </a:rPr>
                <a:t>+</a:t>
              </a:r>
            </a:p>
          </p:txBody>
        </p:sp>
        <p:sp>
          <p:nvSpPr>
            <p:cNvPr id="8247" name="Text Box 21">
              <a:extLst>
                <a:ext uri="{FF2B5EF4-FFF2-40B4-BE49-F238E27FC236}">
                  <a16:creationId xmlns:a16="http://schemas.microsoft.com/office/drawing/2014/main" id="{1A724635-9320-C1C2-EF2B-42CECDB876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1264"/>
              <a:ext cx="18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>
                  <a:latin typeface="Times New Roman" panose="02020603050405020304" pitchFamily="18" charset="0"/>
                  <a:ea typeface="仿宋_GB2312" panose="02010609030101010101" pitchFamily="49" charset="-122"/>
                </a:rPr>
                <a:t>+</a:t>
              </a:r>
            </a:p>
          </p:txBody>
        </p:sp>
        <p:sp>
          <p:nvSpPr>
            <p:cNvPr id="8248" name="Text Box 22">
              <a:extLst>
                <a:ext uri="{FF2B5EF4-FFF2-40B4-BE49-F238E27FC236}">
                  <a16:creationId xmlns:a16="http://schemas.microsoft.com/office/drawing/2014/main" id="{B7C94A13-E53F-83F0-D021-3ECB4058E5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8" y="1228"/>
              <a:ext cx="18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>
                  <a:latin typeface="Times New Roman" panose="02020603050405020304" pitchFamily="18" charset="0"/>
                  <a:ea typeface="仿宋_GB2312" panose="02010609030101010101" pitchFamily="49" charset="-122"/>
                </a:rPr>
                <a:t>+</a:t>
              </a:r>
            </a:p>
          </p:txBody>
        </p:sp>
      </p:grpSp>
      <p:sp>
        <p:nvSpPr>
          <p:cNvPr id="193560" name="Rectangle 24">
            <a:extLst>
              <a:ext uri="{FF2B5EF4-FFF2-40B4-BE49-F238E27FC236}">
                <a16:creationId xmlns:a16="http://schemas.microsoft.com/office/drawing/2014/main" id="{A51D5F93-22D3-3E9D-0950-91E935AEE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6475" y="2824163"/>
            <a:ext cx="4572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000" b="1">
                <a:solidFill>
                  <a:srgbClr val="66FF33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尖端放电</a:t>
            </a:r>
          </a:p>
        </p:txBody>
      </p:sp>
      <p:sp>
        <p:nvSpPr>
          <p:cNvPr id="193561" name="Text Box 25">
            <a:extLst>
              <a:ext uri="{FF2B5EF4-FFF2-40B4-BE49-F238E27FC236}">
                <a16:creationId xmlns:a16="http://schemas.microsoft.com/office/drawing/2014/main" id="{B19018CB-74A6-88E7-7874-D4E08078D9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2850" y="323850"/>
            <a:ext cx="793750" cy="1558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66FF33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导体球</a:t>
            </a:r>
          </a:p>
          <a:p>
            <a:pPr algn="ctr" eaLnBrk="1" hangingPunct="1"/>
            <a:r>
              <a:rPr kumimoji="1" lang="zh-CN" altLang="en-US" sz="2000" b="1">
                <a:solidFill>
                  <a:srgbClr val="66FF33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孤立带电</a:t>
            </a:r>
          </a:p>
        </p:txBody>
      </p:sp>
      <p:pic>
        <p:nvPicPr>
          <p:cNvPr id="193562" name="Picture 26" descr="art87">
            <a:extLst>
              <a:ext uri="{FF2B5EF4-FFF2-40B4-BE49-F238E27FC236}">
                <a16:creationId xmlns:a16="http://schemas.microsoft.com/office/drawing/2014/main" id="{7626B19F-4396-041A-52E1-B5DBF930C3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87" b="9435"/>
          <a:stretch>
            <a:fillRect/>
          </a:stretch>
        </p:blipFill>
        <p:spPr bwMode="auto">
          <a:xfrm>
            <a:off x="2987675" y="2968625"/>
            <a:ext cx="2411413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3563" name="Rectangle 27">
            <a:extLst>
              <a:ext uri="{FF2B5EF4-FFF2-40B4-BE49-F238E27FC236}">
                <a16:creationId xmlns:a16="http://schemas.microsoft.com/office/drawing/2014/main" id="{1C54DE8F-3B88-3284-A8DF-A42A598BC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488" y="1519238"/>
            <a:ext cx="44719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由实验可得以下定性的结论：</a:t>
            </a:r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</a:rPr>
              <a:t>    </a:t>
            </a:r>
          </a:p>
        </p:txBody>
      </p:sp>
      <p:graphicFrame>
        <p:nvGraphicFramePr>
          <p:cNvPr id="193564" name="Object 28">
            <a:extLst>
              <a:ext uri="{FF2B5EF4-FFF2-40B4-BE49-F238E27FC236}">
                <a16:creationId xmlns:a16="http://schemas.microsoft.com/office/drawing/2014/main" id="{4E67E9C1-34E1-2A95-F2C2-F1F5D461C0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91050" y="1371600"/>
          <a:ext cx="914400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42812" imgH="285750" progId="Equation.3">
                  <p:embed/>
                </p:oleObj>
              </mc:Choice>
              <mc:Fallback>
                <p:oleObj name="公式" r:id="rId3" imgW="342812" imgH="28575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1050" y="1371600"/>
                        <a:ext cx="914400" cy="788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3565" name="Object 29">
            <a:extLst>
              <a:ext uri="{FF2B5EF4-FFF2-40B4-BE49-F238E27FC236}">
                <a16:creationId xmlns:a16="http://schemas.microsoft.com/office/drawing/2014/main" id="{5825379A-49BE-374C-1FAB-864E34F716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27400" y="3914775"/>
          <a:ext cx="2020888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05059" imgH="323850" progId="Equation.3">
                  <p:embed/>
                </p:oleObj>
              </mc:Choice>
              <mc:Fallback>
                <p:oleObj name="Equation" r:id="rId5" imgW="1905059" imgH="32385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7400" y="3914775"/>
                        <a:ext cx="2020888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3566" name="Group 30">
            <a:extLst>
              <a:ext uri="{FF2B5EF4-FFF2-40B4-BE49-F238E27FC236}">
                <a16:creationId xmlns:a16="http://schemas.microsoft.com/office/drawing/2014/main" id="{4A0F410C-B5B9-8055-6A8A-FD6B41F101EE}"/>
              </a:ext>
            </a:extLst>
          </p:cNvPr>
          <p:cNvGrpSpPr>
            <a:grpSpLocks/>
          </p:cNvGrpSpPr>
          <p:nvPr/>
        </p:nvGrpSpPr>
        <p:grpSpPr bwMode="auto">
          <a:xfrm>
            <a:off x="2835275" y="3436938"/>
            <a:ext cx="396875" cy="598487"/>
            <a:chOff x="2006" y="1776"/>
            <a:chExt cx="250" cy="377"/>
          </a:xfrm>
        </p:grpSpPr>
        <p:sp>
          <p:nvSpPr>
            <p:cNvPr id="8227" name="Text Box 31">
              <a:extLst>
                <a:ext uri="{FF2B5EF4-FFF2-40B4-BE49-F238E27FC236}">
                  <a16:creationId xmlns:a16="http://schemas.microsoft.com/office/drawing/2014/main" id="{6011763A-D5CC-C8A1-9353-C012F3EC00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6" y="1865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i="1">
                  <a:solidFill>
                    <a:schemeClr val="bg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rPr>
                <a:t>A</a:t>
              </a:r>
            </a:p>
          </p:txBody>
        </p:sp>
        <p:sp>
          <p:nvSpPr>
            <p:cNvPr id="8228" name="Oval 32">
              <a:extLst>
                <a:ext uri="{FF2B5EF4-FFF2-40B4-BE49-F238E27FC236}">
                  <a16:creationId xmlns:a16="http://schemas.microsoft.com/office/drawing/2014/main" id="{BA0EE3BD-92D7-C6AC-9F3E-58A2AC9EF2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776"/>
              <a:ext cx="96" cy="9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193569" name="Group 33">
            <a:extLst>
              <a:ext uri="{FF2B5EF4-FFF2-40B4-BE49-F238E27FC236}">
                <a16:creationId xmlns:a16="http://schemas.microsoft.com/office/drawing/2014/main" id="{61C190DA-AF5C-902D-304F-2AAB05C97D64}"/>
              </a:ext>
            </a:extLst>
          </p:cNvPr>
          <p:cNvGrpSpPr>
            <a:grpSpLocks/>
          </p:cNvGrpSpPr>
          <p:nvPr/>
        </p:nvGrpSpPr>
        <p:grpSpPr bwMode="auto">
          <a:xfrm>
            <a:off x="4202113" y="2532063"/>
            <a:ext cx="387350" cy="593725"/>
            <a:chOff x="2637" y="627"/>
            <a:chExt cx="244" cy="374"/>
          </a:xfrm>
        </p:grpSpPr>
        <p:sp>
          <p:nvSpPr>
            <p:cNvPr id="8225" name="Text Box 34">
              <a:extLst>
                <a:ext uri="{FF2B5EF4-FFF2-40B4-BE49-F238E27FC236}">
                  <a16:creationId xmlns:a16="http://schemas.microsoft.com/office/drawing/2014/main" id="{5F02D449-FE8C-94A4-F4FD-762B57AD9A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7" y="627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i="1">
                  <a:solidFill>
                    <a:schemeClr val="bg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rPr>
                <a:t>B</a:t>
              </a:r>
            </a:p>
          </p:txBody>
        </p:sp>
        <p:sp>
          <p:nvSpPr>
            <p:cNvPr id="8226" name="Oval 35">
              <a:extLst>
                <a:ext uri="{FF2B5EF4-FFF2-40B4-BE49-F238E27FC236}">
                  <a16:creationId xmlns:a16="http://schemas.microsoft.com/office/drawing/2014/main" id="{4DB0CA93-A685-D58F-BE31-C29834AE3F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5" y="905"/>
              <a:ext cx="96" cy="9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193572" name="Group 36">
            <a:extLst>
              <a:ext uri="{FF2B5EF4-FFF2-40B4-BE49-F238E27FC236}">
                <a16:creationId xmlns:a16="http://schemas.microsoft.com/office/drawing/2014/main" id="{12FEEE9A-F2F7-F3B6-C92C-57AD1132C885}"/>
              </a:ext>
            </a:extLst>
          </p:cNvPr>
          <p:cNvGrpSpPr>
            <a:grpSpLocks/>
          </p:cNvGrpSpPr>
          <p:nvPr/>
        </p:nvGrpSpPr>
        <p:grpSpPr bwMode="auto">
          <a:xfrm>
            <a:off x="4664075" y="3290888"/>
            <a:ext cx="700088" cy="457200"/>
            <a:chOff x="3264" y="1673"/>
            <a:chExt cx="441" cy="288"/>
          </a:xfrm>
        </p:grpSpPr>
        <p:sp>
          <p:nvSpPr>
            <p:cNvPr id="8223" name="Text Box 37">
              <a:extLst>
                <a:ext uri="{FF2B5EF4-FFF2-40B4-BE49-F238E27FC236}">
                  <a16:creationId xmlns:a16="http://schemas.microsoft.com/office/drawing/2014/main" id="{43E7812E-53B8-C3C9-021D-2FB3B25FF3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1" y="1673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i="1">
                  <a:solidFill>
                    <a:schemeClr val="bg1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rPr>
                <a:t>C</a:t>
              </a:r>
            </a:p>
          </p:txBody>
        </p:sp>
        <p:sp>
          <p:nvSpPr>
            <p:cNvPr id="8224" name="Oval 38">
              <a:extLst>
                <a:ext uri="{FF2B5EF4-FFF2-40B4-BE49-F238E27FC236}">
                  <a16:creationId xmlns:a16="http://schemas.microsoft.com/office/drawing/2014/main" id="{7FC7333D-4CEB-FAED-DAA3-C0B2A69D37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1750"/>
              <a:ext cx="96" cy="9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193575" name="Group 39">
            <a:extLst>
              <a:ext uri="{FF2B5EF4-FFF2-40B4-BE49-F238E27FC236}">
                <a16:creationId xmlns:a16="http://schemas.microsoft.com/office/drawing/2014/main" id="{8C38903E-1B2D-B640-DAFB-E652D9C8685E}"/>
              </a:ext>
            </a:extLst>
          </p:cNvPr>
          <p:cNvGrpSpPr>
            <a:grpSpLocks/>
          </p:cNvGrpSpPr>
          <p:nvPr/>
        </p:nvGrpSpPr>
        <p:grpSpPr bwMode="auto">
          <a:xfrm>
            <a:off x="1984375" y="3378200"/>
            <a:ext cx="557213" cy="228600"/>
            <a:chOff x="2462" y="1765"/>
            <a:chExt cx="351" cy="144"/>
          </a:xfrm>
        </p:grpSpPr>
        <p:grpSp>
          <p:nvGrpSpPr>
            <p:cNvPr id="8216" name="Group 40">
              <a:extLst>
                <a:ext uri="{FF2B5EF4-FFF2-40B4-BE49-F238E27FC236}">
                  <a16:creationId xmlns:a16="http://schemas.microsoft.com/office/drawing/2014/main" id="{409F5397-3144-6228-FA02-646F442745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62" y="1765"/>
              <a:ext cx="144" cy="144"/>
              <a:chOff x="2352" y="1776"/>
              <a:chExt cx="144" cy="144"/>
            </a:xfrm>
          </p:grpSpPr>
          <p:sp>
            <p:nvSpPr>
              <p:cNvPr id="8220" name="Oval 41">
                <a:extLst>
                  <a:ext uri="{FF2B5EF4-FFF2-40B4-BE49-F238E27FC236}">
                    <a16:creationId xmlns:a16="http://schemas.microsoft.com/office/drawing/2014/main" id="{EA593782-DF61-3FBD-EB12-DE9286CCA4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1776"/>
                <a:ext cx="144" cy="14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221" name="Line 42">
                <a:extLst>
                  <a:ext uri="{FF2B5EF4-FFF2-40B4-BE49-F238E27FC236}">
                    <a16:creationId xmlns:a16="http://schemas.microsoft.com/office/drawing/2014/main" id="{F7447622-C4FD-AB7D-3057-F6B63FEB3F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85" y="1850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22" name="Line 43">
                <a:extLst>
                  <a:ext uri="{FF2B5EF4-FFF2-40B4-BE49-F238E27FC236}">
                    <a16:creationId xmlns:a16="http://schemas.microsoft.com/office/drawing/2014/main" id="{4B931A9F-5061-2E6B-5F23-A23847476F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33" y="1809"/>
                <a:ext cx="0" cy="9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8217" name="Group 44">
              <a:extLst>
                <a:ext uri="{FF2B5EF4-FFF2-40B4-BE49-F238E27FC236}">
                  <a16:creationId xmlns:a16="http://schemas.microsoft.com/office/drawing/2014/main" id="{361220EE-4F7E-B7DE-B3FC-24E4C715CC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69" y="1765"/>
              <a:ext cx="144" cy="144"/>
              <a:chOff x="2592" y="1776"/>
              <a:chExt cx="144" cy="144"/>
            </a:xfrm>
          </p:grpSpPr>
          <p:sp>
            <p:nvSpPr>
              <p:cNvPr id="8218" name="Oval 45">
                <a:extLst>
                  <a:ext uri="{FF2B5EF4-FFF2-40B4-BE49-F238E27FC236}">
                    <a16:creationId xmlns:a16="http://schemas.microsoft.com/office/drawing/2014/main" id="{D162A2ED-CEE8-BBA0-65F3-3AFE59DFBB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" y="1776"/>
                <a:ext cx="144" cy="14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219" name="Line 46">
                <a:extLst>
                  <a:ext uri="{FF2B5EF4-FFF2-40B4-BE49-F238E27FC236}">
                    <a16:creationId xmlns:a16="http://schemas.microsoft.com/office/drawing/2014/main" id="{E91DCEFF-300E-AB07-98E3-392917385F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18" y="1861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93583" name="Line 47">
            <a:extLst>
              <a:ext uri="{FF2B5EF4-FFF2-40B4-BE49-F238E27FC236}">
                <a16:creationId xmlns:a16="http://schemas.microsoft.com/office/drawing/2014/main" id="{159BED80-3C9E-244B-F5D0-270BA5FED4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30475" y="3489325"/>
            <a:ext cx="574675" cy="23813"/>
          </a:xfrm>
          <a:prstGeom prst="line">
            <a:avLst/>
          </a:prstGeom>
          <a:noFill/>
          <a:ln w="38100">
            <a:solidFill>
              <a:srgbClr val="66FF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3584" name="Line 48">
            <a:extLst>
              <a:ext uri="{FF2B5EF4-FFF2-40B4-BE49-F238E27FC236}">
                <a16:creationId xmlns:a16="http://schemas.microsoft.com/office/drawing/2014/main" id="{E2038182-5B8E-50FF-2185-011ACC5FF23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63675" y="3489325"/>
            <a:ext cx="533400" cy="0"/>
          </a:xfrm>
          <a:prstGeom prst="line">
            <a:avLst/>
          </a:prstGeom>
          <a:noFill/>
          <a:ln w="38100">
            <a:solidFill>
              <a:srgbClr val="66FF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3585" name="Text Box 49">
            <a:extLst>
              <a:ext uri="{FF2B5EF4-FFF2-40B4-BE49-F238E27FC236}">
                <a16:creationId xmlns:a16="http://schemas.microsoft.com/office/drawing/2014/main" id="{BC97A8FB-85B8-8A70-9D59-42C6670EB5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92100"/>
            <a:ext cx="6477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</a:rPr>
              <a:t>3. </a:t>
            </a:r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</a:rPr>
              <a:t>处于静电平衡的孤立带电导体电荷分布</a:t>
            </a:r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</a:rPr>
              <a:t>    </a:t>
            </a:r>
          </a:p>
        </p:txBody>
      </p:sp>
      <p:graphicFrame>
        <p:nvGraphicFramePr>
          <p:cNvPr id="193586" name="Object 50">
            <a:extLst>
              <a:ext uri="{FF2B5EF4-FFF2-40B4-BE49-F238E27FC236}">
                <a16:creationId xmlns:a16="http://schemas.microsoft.com/office/drawing/2014/main" id="{45D8E8E1-13D9-2661-DAFF-738ED0B885CF}"/>
              </a:ext>
            </a:extLst>
          </p:cNvPr>
          <p:cNvGraphicFramePr>
            <a:graphicFrameLocks/>
          </p:cNvGraphicFramePr>
          <p:nvPr/>
        </p:nvGraphicFramePr>
        <p:xfrm>
          <a:off x="6813550" y="1982788"/>
          <a:ext cx="1201738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457200" imgH="266700" progId="Equation.3">
                  <p:embed/>
                </p:oleObj>
              </mc:Choice>
              <mc:Fallback>
                <p:oleObj name="公式" r:id="rId7" imgW="457200" imgH="266700" progId="Equation.3">
                  <p:embed/>
                  <p:pic>
                    <p:nvPicPr>
                      <p:cNvPr id="0" name="Object 50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3550" y="1982788"/>
                        <a:ext cx="1201738" cy="777875"/>
                      </a:xfrm>
                      <a:prstGeom prst="rect">
                        <a:avLst/>
                      </a:prstGeom>
                      <a:solidFill>
                        <a:srgbClr val="0066CC">
                          <a:alpha val="39999"/>
                        </a:srgbClr>
                      </a:solidFill>
                      <a:ln w="19050">
                        <a:solidFill>
                          <a:srgbClr val="003366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3587" name="Rectangle 51">
            <a:extLst>
              <a:ext uri="{FF2B5EF4-FFF2-40B4-BE49-F238E27FC236}">
                <a16:creationId xmlns:a16="http://schemas.microsoft.com/office/drawing/2014/main" id="{006C6DC5-02E9-943B-AE92-E9A3FCD56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4763" y="3813175"/>
            <a:ext cx="25923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/>
                    </a:gs>
                    <a:gs pos="100000">
                      <a:srgbClr val="005E47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b="1">
                <a:solidFill>
                  <a:srgbClr val="FF9900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（危害、应用）</a:t>
            </a:r>
          </a:p>
        </p:txBody>
      </p:sp>
      <p:sp>
        <p:nvSpPr>
          <p:cNvPr id="194" name="Text Box 17">
            <a:extLst>
              <a:ext uri="{FF2B5EF4-FFF2-40B4-BE49-F238E27FC236}">
                <a16:creationId xmlns:a16="http://schemas.microsoft.com/office/drawing/2014/main" id="{CC7130AF-6339-27D4-04A0-68A4439565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350" y="6019800"/>
            <a:ext cx="40909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</a:rPr>
              <a:t>导体带电只能在表面！</a:t>
            </a:r>
          </a:p>
        </p:txBody>
      </p:sp>
      <p:sp>
        <p:nvSpPr>
          <p:cNvPr id="195" name="Rectangle 21">
            <a:extLst>
              <a:ext uri="{FF2B5EF4-FFF2-40B4-BE49-F238E27FC236}">
                <a16:creationId xmlns:a16="http://schemas.microsoft.com/office/drawing/2014/main" id="{2C74A668-2353-DCBE-F54E-361CD3724C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50" y="4891088"/>
            <a:ext cx="4648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800" b="1">
                <a:solidFill>
                  <a:srgbClr val="FFFF66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 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如果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,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有空腔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,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且空腔中无电荷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,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则</a:t>
            </a:r>
          </a:p>
        </p:txBody>
      </p:sp>
      <p:sp>
        <p:nvSpPr>
          <p:cNvPr id="196" name="Rectangle 22">
            <a:extLst>
              <a:ext uri="{FF2B5EF4-FFF2-40B4-BE49-F238E27FC236}">
                <a16:creationId xmlns:a16="http://schemas.microsoft.com/office/drawing/2014/main" id="{B69BA625-1803-F2C8-E8FA-F73B1BE75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950" y="5486400"/>
            <a:ext cx="4611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rgbClr val="FFFF66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 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如果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,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有空腔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,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且空腔中有电荷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,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则</a:t>
            </a:r>
          </a:p>
        </p:txBody>
      </p:sp>
      <p:sp>
        <p:nvSpPr>
          <p:cNvPr id="197" name="Text Box 23">
            <a:extLst>
              <a:ext uri="{FF2B5EF4-FFF2-40B4-BE49-F238E27FC236}">
                <a16:creationId xmlns:a16="http://schemas.microsoft.com/office/drawing/2014/main" id="{D29F3654-1D5E-CD65-9F0C-01F2E6D11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9550" y="4908550"/>
            <a:ext cx="3746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</a:rPr>
              <a:t>电荷只能分布在外表面！</a:t>
            </a:r>
          </a:p>
        </p:txBody>
      </p:sp>
      <p:sp>
        <p:nvSpPr>
          <p:cNvPr id="198" name="Text Box 24">
            <a:extLst>
              <a:ext uri="{FF2B5EF4-FFF2-40B4-BE49-F238E27FC236}">
                <a16:creationId xmlns:a16="http://schemas.microsoft.com/office/drawing/2014/main" id="{E1B34D95-C56C-6EEB-52FC-631C5BEF00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725" y="5486400"/>
            <a:ext cx="338296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</a:rPr>
              <a:t>在内外表面都分布有电荷分布！</a:t>
            </a:r>
          </a:p>
        </p:txBody>
      </p:sp>
      <p:sp>
        <p:nvSpPr>
          <p:cNvPr id="199" name="Text Box 3">
            <a:extLst>
              <a:ext uri="{FF2B5EF4-FFF2-40B4-BE49-F238E27FC236}">
                <a16:creationId xmlns:a16="http://schemas.microsoft.com/office/drawing/2014/main" id="{06DA9F00-4EE1-7FE9-F52F-3582F746DC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150" y="4292600"/>
            <a:ext cx="18002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4.</a:t>
            </a:r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静电屏蔽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560" grpId="0"/>
      <p:bldP spid="193561" grpId="0"/>
      <p:bldP spid="193563" grpId="0"/>
      <p:bldP spid="193585" grpId="0"/>
      <p:bldP spid="193587" grpId="0"/>
      <p:bldP spid="194" grpId="0"/>
      <p:bldP spid="195" grpId="0"/>
      <p:bldP spid="196" grpId="0"/>
      <p:bldP spid="197" grpId="0"/>
      <p:bldP spid="198" grpId="0"/>
      <p:bldP spid="19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62" name="Picture 2" descr="16">
            <a:extLst>
              <a:ext uri="{FF2B5EF4-FFF2-40B4-BE49-F238E27FC236}">
                <a16:creationId xmlns:a16="http://schemas.microsoft.com/office/drawing/2014/main" id="{4B6EF475-15E3-1286-343C-24CBBB860A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003466"/>
              </a:clrFrom>
              <a:clrTo>
                <a:srgbClr val="00346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3500438"/>
            <a:ext cx="2387600" cy="2359025"/>
          </a:xfrm>
          <a:prstGeom prst="rect">
            <a:avLst/>
          </a:prstGeom>
          <a:solidFill>
            <a:srgbClr val="0032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63" name="Text Box 3">
            <a:extLst>
              <a:ext uri="{FF2B5EF4-FFF2-40B4-BE49-F238E27FC236}">
                <a16:creationId xmlns:a16="http://schemas.microsoft.com/office/drawing/2014/main" id="{470320C4-822C-1240-47C5-F44F50BFD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363" y="404813"/>
            <a:ext cx="1800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 </a:t>
            </a:r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静电屏蔽</a:t>
            </a:r>
          </a:p>
        </p:txBody>
      </p:sp>
      <p:pic>
        <p:nvPicPr>
          <p:cNvPr id="194564" name="Picture 4" descr="17">
            <a:extLst>
              <a:ext uri="{FF2B5EF4-FFF2-40B4-BE49-F238E27FC236}">
                <a16:creationId xmlns:a16="http://schemas.microsoft.com/office/drawing/2014/main" id="{FEAEF04C-DA15-FD07-F53F-21AA271217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003466"/>
              </a:clrFrom>
              <a:clrTo>
                <a:srgbClr val="00346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9325" y="3556000"/>
            <a:ext cx="2449513" cy="2354263"/>
          </a:xfrm>
          <a:prstGeom prst="rect">
            <a:avLst/>
          </a:prstGeom>
          <a:solidFill>
            <a:srgbClr val="0032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565" name="Picture 5" descr="14">
            <a:extLst>
              <a:ext uri="{FF2B5EF4-FFF2-40B4-BE49-F238E27FC236}">
                <a16:creationId xmlns:a16="http://schemas.microsoft.com/office/drawing/2014/main" id="{CD744BE4-F566-91C9-52A5-12C010E11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003466"/>
              </a:clrFrom>
              <a:clrTo>
                <a:srgbClr val="00346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1052513"/>
            <a:ext cx="2501900" cy="2159000"/>
          </a:xfrm>
          <a:prstGeom prst="rect">
            <a:avLst/>
          </a:prstGeom>
          <a:solidFill>
            <a:srgbClr val="0032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566" name="Picture 6" descr="15">
            <a:extLst>
              <a:ext uri="{FF2B5EF4-FFF2-40B4-BE49-F238E27FC236}">
                <a16:creationId xmlns:a16="http://schemas.microsoft.com/office/drawing/2014/main" id="{71B3BB26-DBFF-001F-33D6-F3350A8C2B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003466"/>
              </a:clrFrom>
              <a:clrTo>
                <a:srgbClr val="00346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4713" y="1077913"/>
            <a:ext cx="2493962" cy="2160587"/>
          </a:xfrm>
          <a:prstGeom prst="rect">
            <a:avLst/>
          </a:prstGeom>
          <a:solidFill>
            <a:srgbClr val="0032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67" name="Rectangle 7">
            <a:extLst>
              <a:ext uri="{FF2B5EF4-FFF2-40B4-BE49-F238E27FC236}">
                <a16:creationId xmlns:a16="http://schemas.microsoft.com/office/drawing/2014/main" id="{B36B1D7B-2484-E00C-23AC-0162612396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675" y="6021388"/>
            <a:ext cx="5200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腔内、腔外的场互不影响。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4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94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94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4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3" grpId="0" autoUpdateAnimBg="0"/>
      <p:bldP spid="194567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>
            <a:extLst>
              <a:ext uri="{FF2B5EF4-FFF2-40B4-BE49-F238E27FC236}">
                <a16:creationId xmlns:a16="http://schemas.microsoft.com/office/drawing/2014/main" id="{EEF2EE6F-8D45-3AD8-7716-7C943287A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438" y="358775"/>
            <a:ext cx="6477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</a:rPr>
              <a:t>例</a:t>
            </a:r>
            <a:r>
              <a:rPr kumimoji="1" lang="en-US" altLang="zh-CN" sz="2400" b="1">
                <a:solidFill>
                  <a:srgbClr val="FFFF00"/>
                </a:solidFill>
                <a:latin typeface="Times New Roman" panose="02020603050405020304" pitchFamily="18" charset="0"/>
              </a:rPr>
              <a:t>1</a:t>
            </a:r>
            <a:endParaRPr kumimoji="1" lang="zh-CN" altLang="en-US" sz="2400" b="1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5587" name="Rectangle 3">
            <a:extLst>
              <a:ext uri="{FF2B5EF4-FFF2-40B4-BE49-F238E27FC236}">
                <a16:creationId xmlns:a16="http://schemas.microsoft.com/office/drawing/2014/main" id="{BC03D8CA-B51F-1B36-A004-0338C5FC7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738" y="379413"/>
            <a:ext cx="8040687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两块等面积的金属平板 ，分别带电荷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q</a:t>
            </a:r>
            <a:r>
              <a:rPr kumimoji="1" lang="en-US" altLang="zh-CN" sz="2400" b="1" i="1" baseline="-25000">
                <a:solidFill>
                  <a:srgbClr val="66FFFF"/>
                </a:solidFill>
                <a:latin typeface="Times New Roman" panose="02020603050405020304" pitchFamily="18" charset="0"/>
              </a:rPr>
              <a:t>A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和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q</a:t>
            </a:r>
            <a:r>
              <a:rPr kumimoji="1" lang="en-US" altLang="zh-CN" sz="2400" b="1" i="1" baseline="-25000">
                <a:solidFill>
                  <a:srgbClr val="66FFFF"/>
                </a:solidFill>
                <a:latin typeface="Times New Roman" panose="02020603050405020304" pitchFamily="18" charset="0"/>
              </a:rPr>
              <a:t>B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，平板面积均为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S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，两板间距为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d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，且满足面积的线度远大于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d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195588" name="Text Box 4">
            <a:extLst>
              <a:ext uri="{FF2B5EF4-FFF2-40B4-BE49-F238E27FC236}">
                <a16:creationId xmlns:a16="http://schemas.microsoft.com/office/drawing/2014/main" id="{D974A871-00FA-245E-F5A7-59C027718C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438" y="1204913"/>
            <a:ext cx="67611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静电平衡时两金属板各表面上的电荷面密度。</a:t>
            </a:r>
            <a:endParaRPr kumimoji="1" lang="zh-CN" altLang="en-US" sz="2400" b="1">
              <a:solidFill>
                <a:schemeClr val="bg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95589" name="Rectangle 5">
            <a:extLst>
              <a:ext uri="{FF2B5EF4-FFF2-40B4-BE49-F238E27FC236}">
                <a16:creationId xmlns:a16="http://schemas.microsoft.com/office/drawing/2014/main" id="{2005A010-55FC-05B8-B7D5-2B0596321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75" y="1211263"/>
            <a:ext cx="6302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求</a:t>
            </a:r>
          </a:p>
        </p:txBody>
      </p:sp>
      <p:sp>
        <p:nvSpPr>
          <p:cNvPr id="195590" name="Text Box 6">
            <a:extLst>
              <a:ext uri="{FF2B5EF4-FFF2-40B4-BE49-F238E27FC236}">
                <a16:creationId xmlns:a16="http://schemas.microsoft.com/office/drawing/2014/main" id="{87F9DE0A-0344-246A-0D75-7204BBD66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" y="1757363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</a:rPr>
              <a:t>解</a:t>
            </a:r>
          </a:p>
        </p:txBody>
      </p:sp>
      <p:sp>
        <p:nvSpPr>
          <p:cNvPr id="195591" name="Rectangle 7">
            <a:extLst>
              <a:ext uri="{FF2B5EF4-FFF2-40B4-BE49-F238E27FC236}">
                <a16:creationId xmlns:a16="http://schemas.microsoft.com/office/drawing/2014/main" id="{4DF6E6B5-6871-4609-2CFF-BEAC0F8EF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00" y="1784350"/>
            <a:ext cx="54006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如图示，设</a:t>
            </a:r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</a:rPr>
              <a:t>4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个表面的电荷面密度分别为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q</a:t>
            </a:r>
            <a:r>
              <a:rPr kumimoji="1" lang="en-US" altLang="zh-CN" sz="2400" b="1" baseline="-25000">
                <a:solidFill>
                  <a:srgbClr val="66FFFF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、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q</a:t>
            </a:r>
            <a:r>
              <a:rPr kumimoji="1" lang="en-US" altLang="zh-CN" sz="2400" b="1" baseline="-25000">
                <a:solidFill>
                  <a:srgbClr val="66FFFF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、 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q</a:t>
            </a:r>
            <a:r>
              <a:rPr kumimoji="1" lang="en-US" altLang="zh-CN" sz="2400" b="1" baseline="-25000">
                <a:solidFill>
                  <a:srgbClr val="66FFFF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和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q</a:t>
            </a:r>
            <a:r>
              <a:rPr kumimoji="1" lang="en-US" altLang="zh-CN" sz="2400" b="1" baseline="-25000">
                <a:solidFill>
                  <a:srgbClr val="66FFFF"/>
                </a:solidFill>
                <a:latin typeface="Times New Roman" panose="02020603050405020304" pitchFamily="18" charset="0"/>
              </a:rPr>
              <a:t>4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，</a:t>
            </a:r>
            <a:endParaRPr kumimoji="1" lang="zh-CN" altLang="en-US" sz="2400" b="1" i="1">
              <a:solidFill>
                <a:srgbClr val="66FF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95592" name="Object 8">
            <a:extLst>
              <a:ext uri="{FF2B5EF4-FFF2-40B4-BE49-F238E27FC236}">
                <a16:creationId xmlns:a16="http://schemas.microsoft.com/office/drawing/2014/main" id="{FC009ACC-8BCF-9CA1-D6E8-A3DAC81264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2708275"/>
          <a:ext cx="4237038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905059" imgH="114300" progId="Equation.3">
                  <p:embed/>
                </p:oleObj>
              </mc:Choice>
              <mc:Fallback>
                <p:oleObj name="公式" r:id="rId2" imgW="1905059" imgH="1143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2708275"/>
                        <a:ext cx="4237038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593" name="Rectangle 9" descr="宽上对角线">
            <a:extLst>
              <a:ext uri="{FF2B5EF4-FFF2-40B4-BE49-F238E27FC236}">
                <a16:creationId xmlns:a16="http://schemas.microsoft.com/office/drawing/2014/main" id="{9E0BF57E-A836-C326-7C41-00A3CF79A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8950" y="2509838"/>
            <a:ext cx="287338" cy="264795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5594" name="Rectangle 10" descr="宽上对角线">
            <a:extLst>
              <a:ext uri="{FF2B5EF4-FFF2-40B4-BE49-F238E27FC236}">
                <a16:creationId xmlns:a16="http://schemas.microsoft.com/office/drawing/2014/main" id="{59EF222C-997A-93F0-6156-4E6FC187B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1488" y="2509838"/>
            <a:ext cx="287337" cy="264795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5595" name="Rectangle 11">
            <a:extLst>
              <a:ext uri="{FF2B5EF4-FFF2-40B4-BE49-F238E27FC236}">
                <a16:creationId xmlns:a16="http://schemas.microsoft.com/office/drawing/2014/main" id="{30F423D6-62C7-4805-32F7-303BCA0EB0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5213" y="4500563"/>
            <a:ext cx="3603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 i="1">
                <a:solidFill>
                  <a:srgbClr val="00FF00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d</a:t>
            </a:r>
            <a:endParaRPr kumimoji="1" lang="en-US" altLang="zh-CN" sz="2400" b="1">
              <a:solidFill>
                <a:srgbClr val="00FF00"/>
              </a:solidFill>
              <a:latin typeface="Times New Roman" panose="02020603050405020304" pitchFamily="18" charset="0"/>
              <a:ea typeface="仿宋_GB2312" panose="02010609030101010101" pitchFamily="49" charset="-122"/>
            </a:endParaRPr>
          </a:p>
        </p:txBody>
      </p:sp>
      <p:sp>
        <p:nvSpPr>
          <p:cNvPr id="195596" name="Rectangle 12">
            <a:extLst>
              <a:ext uri="{FF2B5EF4-FFF2-40B4-BE49-F238E27FC236}">
                <a16:creationId xmlns:a16="http://schemas.microsoft.com/office/drawing/2014/main" id="{8A1CD885-2F6C-F05E-6827-EE6D4315F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3025" y="3633788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S                       S</a:t>
            </a:r>
          </a:p>
        </p:txBody>
      </p:sp>
      <p:sp>
        <p:nvSpPr>
          <p:cNvPr id="195597" name="Rectangle 13">
            <a:extLst>
              <a:ext uri="{FF2B5EF4-FFF2-40B4-BE49-F238E27FC236}">
                <a16:creationId xmlns:a16="http://schemas.microsoft.com/office/drawing/2014/main" id="{990F6B2E-E021-C699-B0EB-BAD0D1F1A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3063" y="2035175"/>
            <a:ext cx="5032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q</a:t>
            </a:r>
            <a:r>
              <a:rPr kumimoji="1" lang="en-US" altLang="zh-CN" sz="2400" b="1" i="1" baseline="-25000">
                <a:solidFill>
                  <a:srgbClr val="66FFFF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A</a:t>
            </a:r>
            <a:endParaRPr kumimoji="1" lang="en-US" altLang="zh-CN" sz="2400" b="1">
              <a:solidFill>
                <a:schemeClr val="bg1"/>
              </a:solidFill>
              <a:latin typeface="Times New Roman" panose="02020603050405020304" pitchFamily="18" charset="0"/>
              <a:ea typeface="仿宋_GB2312" panose="02010609030101010101" pitchFamily="49" charset="-122"/>
            </a:endParaRPr>
          </a:p>
        </p:txBody>
      </p:sp>
      <p:sp>
        <p:nvSpPr>
          <p:cNvPr id="195598" name="Rectangle 14">
            <a:extLst>
              <a:ext uri="{FF2B5EF4-FFF2-40B4-BE49-F238E27FC236}">
                <a16:creationId xmlns:a16="http://schemas.microsoft.com/office/drawing/2014/main" id="{01CBC50A-4C8E-704A-916B-808ACF427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313" y="2006600"/>
            <a:ext cx="5032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q</a:t>
            </a:r>
            <a:r>
              <a:rPr kumimoji="1" lang="en-US" altLang="zh-CN" sz="2400" b="1" i="1" baseline="-25000">
                <a:solidFill>
                  <a:srgbClr val="66FFFF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B</a:t>
            </a:r>
            <a:endParaRPr kumimoji="1" lang="en-US" altLang="zh-CN" sz="2400" b="1">
              <a:solidFill>
                <a:schemeClr val="bg1"/>
              </a:solidFill>
              <a:latin typeface="Times New Roman" panose="02020603050405020304" pitchFamily="18" charset="0"/>
              <a:ea typeface="仿宋_GB2312" panose="02010609030101010101" pitchFamily="49" charset="-122"/>
            </a:endParaRPr>
          </a:p>
        </p:txBody>
      </p:sp>
      <p:graphicFrame>
        <p:nvGraphicFramePr>
          <p:cNvPr id="195599" name="Object 15">
            <a:extLst>
              <a:ext uri="{FF2B5EF4-FFF2-40B4-BE49-F238E27FC236}">
                <a16:creationId xmlns:a16="http://schemas.microsoft.com/office/drawing/2014/main" id="{E0E813B5-C7DF-CFAB-6255-F03762D0E1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40575" y="3070225"/>
          <a:ext cx="40005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76259" imgH="114300" progId="Equation.3">
                  <p:embed/>
                </p:oleObj>
              </mc:Choice>
              <mc:Fallback>
                <p:oleObj name="公式" r:id="rId5" imgW="76259" imgH="1143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0575" y="3070225"/>
                        <a:ext cx="40005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600" name="Object 16">
            <a:extLst>
              <a:ext uri="{FF2B5EF4-FFF2-40B4-BE49-F238E27FC236}">
                <a16:creationId xmlns:a16="http://schemas.microsoft.com/office/drawing/2014/main" id="{CCFD2CD8-895C-9AC2-1D3B-A34087F5F7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78588" y="3070225"/>
          <a:ext cx="373062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76259" imgH="114300" progId="Equation.3">
                  <p:embed/>
                </p:oleObj>
              </mc:Choice>
              <mc:Fallback>
                <p:oleObj name="公式" r:id="rId7" imgW="76259" imgH="1143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8588" y="3070225"/>
                        <a:ext cx="373062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601" name="Object 17">
            <a:extLst>
              <a:ext uri="{FF2B5EF4-FFF2-40B4-BE49-F238E27FC236}">
                <a16:creationId xmlns:a16="http://schemas.microsoft.com/office/drawing/2014/main" id="{B58AA92D-84FA-C226-4159-D58551044F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02550" y="3057525"/>
          <a:ext cx="40005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76259" imgH="114300" progId="Equation.3">
                  <p:embed/>
                </p:oleObj>
              </mc:Choice>
              <mc:Fallback>
                <p:oleObj name="公式" r:id="rId9" imgW="76259" imgH="1143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2550" y="3057525"/>
                        <a:ext cx="40005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602" name="Object 18">
            <a:extLst>
              <a:ext uri="{FF2B5EF4-FFF2-40B4-BE49-F238E27FC236}">
                <a16:creationId xmlns:a16="http://schemas.microsoft.com/office/drawing/2014/main" id="{0920789D-BE01-8AE0-52CA-AA8D9245D2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50250" y="3070225"/>
          <a:ext cx="400050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76259" imgH="114300" progId="Equation.3">
                  <p:embed/>
                </p:oleObj>
              </mc:Choice>
              <mc:Fallback>
                <p:oleObj name="公式" r:id="rId11" imgW="76259" imgH="1143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0250" y="3070225"/>
                        <a:ext cx="400050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603" name="Rectangle 19">
            <a:extLst>
              <a:ext uri="{FF2B5EF4-FFF2-40B4-BE49-F238E27FC236}">
                <a16:creationId xmlns:a16="http://schemas.microsoft.com/office/drawing/2014/main" id="{D32905DE-E35F-9E76-56CB-A8915A4B0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0813" y="2514600"/>
            <a:ext cx="2282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rgbClr val="FFCC00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1      2      3      4</a:t>
            </a:r>
          </a:p>
        </p:txBody>
      </p:sp>
      <p:sp>
        <p:nvSpPr>
          <p:cNvPr id="195604" name="Line 20">
            <a:extLst>
              <a:ext uri="{FF2B5EF4-FFF2-40B4-BE49-F238E27FC236}">
                <a16:creationId xmlns:a16="http://schemas.microsoft.com/office/drawing/2014/main" id="{E74F1224-4E9A-0275-71AA-ED82DCCBD4E5}"/>
              </a:ext>
            </a:extLst>
          </p:cNvPr>
          <p:cNvSpPr>
            <a:spLocks noChangeShapeType="1"/>
          </p:cNvSpPr>
          <p:nvPr/>
        </p:nvSpPr>
        <p:spPr bwMode="auto">
          <a:xfrm>
            <a:off x="7126288" y="4929188"/>
            <a:ext cx="955675" cy="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5605" name="Rectangle 21">
            <a:extLst>
              <a:ext uri="{FF2B5EF4-FFF2-40B4-BE49-F238E27FC236}">
                <a16:creationId xmlns:a16="http://schemas.microsoft.com/office/drawing/2014/main" id="{116FB999-DD4E-1EFA-3877-18C225AFF8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3125" y="2171700"/>
            <a:ext cx="2951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由电荷守恒，得</a:t>
            </a:r>
            <a:endParaRPr kumimoji="1" lang="zh-CN" altLang="en-US" sz="2400" b="1" i="1">
              <a:solidFill>
                <a:srgbClr val="66FFFF"/>
              </a:solidFill>
              <a:latin typeface="Times New Roman" panose="02020603050405020304" pitchFamily="18" charset="0"/>
              <a:ea typeface="仿宋_GB2312" panose="02010609030101010101" pitchFamily="49" charset="-122"/>
            </a:endParaRPr>
          </a:p>
        </p:txBody>
      </p:sp>
      <p:sp>
        <p:nvSpPr>
          <p:cNvPr id="195606" name="Rectangle 22">
            <a:extLst>
              <a:ext uri="{FF2B5EF4-FFF2-40B4-BE49-F238E27FC236}">
                <a16:creationId xmlns:a16="http://schemas.microsoft.com/office/drawing/2014/main" id="{7454E280-B205-C677-81F0-A7414DC87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00" y="3284538"/>
            <a:ext cx="5400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在两板内分别取任意两点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A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和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B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，则</a:t>
            </a:r>
          </a:p>
        </p:txBody>
      </p:sp>
      <p:sp>
        <p:nvSpPr>
          <p:cNvPr id="195607" name="Oval 23">
            <a:extLst>
              <a:ext uri="{FF2B5EF4-FFF2-40B4-BE49-F238E27FC236}">
                <a16:creationId xmlns:a16="http://schemas.microsoft.com/office/drawing/2014/main" id="{2FCC5A1F-FA67-742F-4B54-C9770417CF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29438" y="4725988"/>
            <a:ext cx="93662" cy="93662"/>
          </a:xfrm>
          <a:prstGeom prst="ellipse">
            <a:avLst/>
          </a:prstGeom>
          <a:solidFill>
            <a:srgbClr val="FF3300"/>
          </a:solidFill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95608" name="Text Box 24">
            <a:extLst>
              <a:ext uri="{FF2B5EF4-FFF2-40B4-BE49-F238E27FC236}">
                <a16:creationId xmlns:a16="http://schemas.microsoft.com/office/drawing/2014/main" id="{3ADCCBAC-C108-3833-8353-134391A89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5138" y="4294188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i="1">
                <a:solidFill>
                  <a:srgbClr val="FF3300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195609" name="Oval 25">
            <a:extLst>
              <a:ext uri="{FF2B5EF4-FFF2-40B4-BE49-F238E27FC236}">
                <a16:creationId xmlns:a16="http://schemas.microsoft.com/office/drawing/2014/main" id="{456D9FE2-729E-E97A-9E0F-02E29A165F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181975" y="4713288"/>
            <a:ext cx="93663" cy="93662"/>
          </a:xfrm>
          <a:prstGeom prst="ellipse">
            <a:avLst/>
          </a:prstGeom>
          <a:solidFill>
            <a:srgbClr val="FF3300"/>
          </a:solidFill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95610" name="Text Box 26">
            <a:extLst>
              <a:ext uri="{FF2B5EF4-FFF2-40B4-BE49-F238E27FC236}">
                <a16:creationId xmlns:a16="http://schemas.microsoft.com/office/drawing/2014/main" id="{6166C428-C449-2E47-F7D4-AD5B587EC0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7675" y="4281488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i="1">
                <a:solidFill>
                  <a:srgbClr val="FF3300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195611" name="AutoShape 27">
            <a:extLst>
              <a:ext uri="{FF2B5EF4-FFF2-40B4-BE49-F238E27FC236}">
                <a16:creationId xmlns:a16="http://schemas.microsoft.com/office/drawing/2014/main" id="{3738C655-053D-9E5B-9F76-8FD675960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5726113"/>
            <a:ext cx="720725" cy="523875"/>
          </a:xfrm>
          <a:prstGeom prst="rightArrow">
            <a:avLst>
              <a:gd name="adj1" fmla="val 39398"/>
              <a:gd name="adj2" fmla="val 3964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95612" name="Object 28">
            <a:extLst>
              <a:ext uri="{FF2B5EF4-FFF2-40B4-BE49-F238E27FC236}">
                <a16:creationId xmlns:a16="http://schemas.microsoft.com/office/drawing/2014/main" id="{D485197E-04D3-6396-BDB7-9DB5237D0B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3716338"/>
          <a:ext cx="4103688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847865" imgH="323850" progId="Equation.3">
                  <p:embed/>
                </p:oleObj>
              </mc:Choice>
              <mc:Fallback>
                <p:oleObj name="公式" r:id="rId13" imgW="1847865" imgH="32385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3716338"/>
                        <a:ext cx="4103688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613" name="Object 29">
            <a:extLst>
              <a:ext uri="{FF2B5EF4-FFF2-40B4-BE49-F238E27FC236}">
                <a16:creationId xmlns:a16="http://schemas.microsoft.com/office/drawing/2014/main" id="{9F2C972D-3A03-1CA2-9836-D05ED6DD81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4557713"/>
          <a:ext cx="4129088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1866929" imgH="323850" progId="Equation.3">
                  <p:embed/>
                </p:oleObj>
              </mc:Choice>
              <mc:Fallback>
                <p:oleObj name="公式" r:id="rId15" imgW="1866929" imgH="32385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4557713"/>
                        <a:ext cx="4129088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614" name="AutoShape 30">
            <a:extLst>
              <a:ext uri="{FF2B5EF4-FFF2-40B4-BE49-F238E27FC236}">
                <a16:creationId xmlns:a16="http://schemas.microsoft.com/office/drawing/2014/main" id="{72D10A4B-4404-D22E-91F9-0EE5EAA74DF0}"/>
              </a:ext>
            </a:extLst>
          </p:cNvPr>
          <p:cNvSpPr>
            <a:spLocks/>
          </p:cNvSpPr>
          <p:nvPr/>
        </p:nvSpPr>
        <p:spPr bwMode="auto">
          <a:xfrm rot="10800000">
            <a:off x="5580063" y="3900488"/>
            <a:ext cx="217487" cy="1411287"/>
          </a:xfrm>
          <a:prstGeom prst="leftBrace">
            <a:avLst>
              <a:gd name="adj1" fmla="val 54076"/>
              <a:gd name="adj2" fmla="val 52639"/>
            </a:avLst>
          </a:prstGeom>
          <a:noFill/>
          <a:ln w="28575">
            <a:solidFill>
              <a:srgbClr val="66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95615" name="Object 31">
            <a:extLst>
              <a:ext uri="{FF2B5EF4-FFF2-40B4-BE49-F238E27FC236}">
                <a16:creationId xmlns:a16="http://schemas.microsoft.com/office/drawing/2014/main" id="{DCB68A40-CF4E-8C80-020D-609E899FCF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41538" y="5503863"/>
          <a:ext cx="2717800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1180953" imgH="114300" progId="Equation.3">
                  <p:embed/>
                </p:oleObj>
              </mc:Choice>
              <mc:Fallback>
                <p:oleObj name="公式" r:id="rId17" imgW="1180953" imgH="11430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1538" y="5503863"/>
                        <a:ext cx="2717800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616" name="Object 32">
            <a:extLst>
              <a:ext uri="{FF2B5EF4-FFF2-40B4-BE49-F238E27FC236}">
                <a16:creationId xmlns:a16="http://schemas.microsoft.com/office/drawing/2014/main" id="{5365BD71-27AF-5BF6-8C0D-011ED9CB4B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41538" y="5994400"/>
          <a:ext cx="271780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1180953" imgH="114300" progId="Equation.3">
                  <p:embed/>
                </p:oleObj>
              </mc:Choice>
              <mc:Fallback>
                <p:oleObj name="公式" r:id="rId19" imgW="1180953" imgH="11430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1538" y="5994400"/>
                        <a:ext cx="2717800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617" name="AutoShape 33">
            <a:extLst>
              <a:ext uri="{FF2B5EF4-FFF2-40B4-BE49-F238E27FC236}">
                <a16:creationId xmlns:a16="http://schemas.microsoft.com/office/drawing/2014/main" id="{0E23AA57-1866-F43E-0503-FB9EC38F956F}"/>
              </a:ext>
            </a:extLst>
          </p:cNvPr>
          <p:cNvSpPr>
            <a:spLocks/>
          </p:cNvSpPr>
          <p:nvPr/>
        </p:nvSpPr>
        <p:spPr bwMode="auto">
          <a:xfrm>
            <a:off x="1911350" y="5602288"/>
            <a:ext cx="287338" cy="779462"/>
          </a:xfrm>
          <a:prstGeom prst="leftBrace">
            <a:avLst>
              <a:gd name="adj1" fmla="val 22606"/>
              <a:gd name="adj2" fmla="val 48065"/>
            </a:avLst>
          </a:prstGeom>
          <a:noFill/>
          <a:ln w="28575">
            <a:solidFill>
              <a:srgbClr val="66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95618" name="Rectangle 34">
            <a:extLst>
              <a:ext uri="{FF2B5EF4-FFF2-40B4-BE49-F238E27FC236}">
                <a16:creationId xmlns:a16="http://schemas.microsoft.com/office/drawing/2014/main" id="{8E48C346-A4CA-4401-D549-3298F66A2F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2708275"/>
            <a:ext cx="5762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FF3300"/>
                </a:solidFill>
                <a:latin typeface="仿宋_GB2312" panose="02010609030101010101" pitchFamily="49" charset="-122"/>
                <a:ea typeface="仿宋_GB2312" panose="02010609030101010101" pitchFamily="49" charset="-122"/>
              </a:rPr>
              <a:t>①</a:t>
            </a:r>
          </a:p>
        </p:txBody>
      </p:sp>
      <p:sp>
        <p:nvSpPr>
          <p:cNvPr id="195619" name="AutoShape 35">
            <a:extLst>
              <a:ext uri="{FF2B5EF4-FFF2-40B4-BE49-F238E27FC236}">
                <a16:creationId xmlns:a16="http://schemas.microsoft.com/office/drawing/2014/main" id="{183D8D69-3799-E553-3834-6105A1DD7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9050" y="5807075"/>
            <a:ext cx="1081088" cy="414338"/>
          </a:xfrm>
          <a:prstGeom prst="rightArrow">
            <a:avLst>
              <a:gd name="adj1" fmla="val 53157"/>
              <a:gd name="adj2" fmla="val 7471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95620" name="Object 36">
            <a:extLst>
              <a:ext uri="{FF2B5EF4-FFF2-40B4-BE49-F238E27FC236}">
                <a16:creationId xmlns:a16="http://schemas.microsoft.com/office/drawing/2014/main" id="{BEE82D6B-ED9C-929C-19DC-12FE8BC3FA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00788" y="5776913"/>
          <a:ext cx="255905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1105047" imgH="114300" progId="Equation.3">
                  <p:embed/>
                </p:oleObj>
              </mc:Choice>
              <mc:Fallback>
                <p:oleObj name="公式" r:id="rId21" imgW="1105047" imgH="11430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5776913"/>
                        <a:ext cx="255905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95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95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95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9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5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95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95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95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5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95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9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95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95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95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9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9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95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9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95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95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195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195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195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95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95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195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195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195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6" grpId="0" autoUpdateAnimBg="0"/>
      <p:bldP spid="195587" grpId="0" autoUpdateAnimBg="0"/>
      <p:bldP spid="195588" grpId="0" autoUpdateAnimBg="0"/>
      <p:bldP spid="195589" grpId="0" autoUpdateAnimBg="0"/>
      <p:bldP spid="195590" grpId="0" autoUpdateAnimBg="0"/>
      <p:bldP spid="195591" grpId="0" autoUpdateAnimBg="0"/>
      <p:bldP spid="195593" grpId="0" animBg="1"/>
      <p:bldP spid="195594" grpId="0" animBg="1"/>
      <p:bldP spid="195595" grpId="0" autoUpdateAnimBg="0"/>
      <p:bldP spid="195596" grpId="0" autoUpdateAnimBg="0"/>
      <p:bldP spid="195597" grpId="0" autoUpdateAnimBg="0"/>
      <p:bldP spid="195598" grpId="0" autoUpdateAnimBg="0"/>
      <p:bldP spid="195603" grpId="0" autoUpdateAnimBg="0"/>
      <p:bldP spid="195605" grpId="0" autoUpdateAnimBg="0"/>
      <p:bldP spid="195606" grpId="0" autoUpdateAnimBg="0"/>
      <p:bldP spid="195607" grpId="0" animBg="1"/>
      <p:bldP spid="195608" grpId="0"/>
      <p:bldP spid="195609" grpId="0" animBg="1"/>
      <p:bldP spid="195610" grpId="0"/>
      <p:bldP spid="195611" grpId="0" animBg="1"/>
      <p:bldP spid="195614" grpId="0" animBg="1"/>
      <p:bldP spid="195617" grpId="0" animBg="1"/>
      <p:bldP spid="195618" grpId="0" autoUpdateAnimBg="0"/>
      <p:bldP spid="1956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>
            <a:extLst>
              <a:ext uri="{FF2B5EF4-FFF2-40B4-BE49-F238E27FC236}">
                <a16:creationId xmlns:a16="http://schemas.microsoft.com/office/drawing/2014/main" id="{D707F4A9-30D7-8C81-6585-92BD1479B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075" y="549275"/>
            <a:ext cx="1944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代入</a:t>
            </a:r>
            <a:r>
              <a:rPr kumimoji="1" lang="zh-CN" altLang="en-US" sz="2400" b="1">
                <a:solidFill>
                  <a:srgbClr val="FF3300"/>
                </a:solidFill>
                <a:latin typeface="Times New Roman" panose="02020603050405020304" pitchFamily="18" charset="0"/>
              </a:rPr>
              <a:t>①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，得</a:t>
            </a:r>
          </a:p>
        </p:txBody>
      </p:sp>
      <p:graphicFrame>
        <p:nvGraphicFramePr>
          <p:cNvPr id="196611" name="Object 3">
            <a:extLst>
              <a:ext uri="{FF2B5EF4-FFF2-40B4-BE49-F238E27FC236}">
                <a16:creationId xmlns:a16="http://schemas.microsoft.com/office/drawing/2014/main" id="{50BC01A6-0A1E-19EB-C920-C8B824D7D7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5450" y="1052513"/>
          <a:ext cx="2371725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047853" imgH="295275" progId="Equation.3">
                  <p:embed/>
                </p:oleObj>
              </mc:Choice>
              <mc:Fallback>
                <p:oleObj name="公式" r:id="rId2" imgW="1047853" imgH="29527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5450" y="1052513"/>
                        <a:ext cx="2371725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12" name="Object 4">
            <a:extLst>
              <a:ext uri="{FF2B5EF4-FFF2-40B4-BE49-F238E27FC236}">
                <a16:creationId xmlns:a16="http://schemas.microsoft.com/office/drawing/2014/main" id="{ED75EACE-DC20-F5EA-BC00-9CF84D4493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7988" y="1903413"/>
          <a:ext cx="2559050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124112" imgH="295275" progId="Equation.3">
                  <p:embed/>
                </p:oleObj>
              </mc:Choice>
              <mc:Fallback>
                <p:oleObj name="公式" r:id="rId4" imgW="1124112" imgH="29527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7988" y="1903413"/>
                        <a:ext cx="2559050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269" name="Group 5">
            <a:extLst>
              <a:ext uri="{FF2B5EF4-FFF2-40B4-BE49-F238E27FC236}">
                <a16:creationId xmlns:a16="http://schemas.microsoft.com/office/drawing/2014/main" id="{000E2789-E844-43D3-9EF5-B567974D0E05}"/>
              </a:ext>
            </a:extLst>
          </p:cNvPr>
          <p:cNvGrpSpPr>
            <a:grpSpLocks/>
          </p:cNvGrpSpPr>
          <p:nvPr/>
        </p:nvGrpSpPr>
        <p:grpSpPr bwMode="auto">
          <a:xfrm>
            <a:off x="6227763" y="422275"/>
            <a:ext cx="2555875" cy="3151188"/>
            <a:chOff x="3969" y="1173"/>
            <a:chExt cx="1610" cy="1985"/>
          </a:xfrm>
        </p:grpSpPr>
        <p:sp>
          <p:nvSpPr>
            <p:cNvPr id="11275" name="Rectangle 6" descr="宽上对角线">
              <a:extLst>
                <a:ext uri="{FF2B5EF4-FFF2-40B4-BE49-F238E27FC236}">
                  <a16:creationId xmlns:a16="http://schemas.microsoft.com/office/drawing/2014/main" id="{88525BD8-29C6-F46A-8AA7-3360D9670B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1" y="1490"/>
              <a:ext cx="181" cy="1668"/>
            </a:xfrm>
            <a:prstGeom prst="rect">
              <a:avLst/>
            </a:prstGeom>
            <a:blipFill dpi="0" rotWithShape="0">
              <a:blip r:embed="rId6"/>
              <a:srcRect/>
              <a:tile tx="0" ty="0" sx="100000" sy="100000" flip="none" algn="tl"/>
            </a:blipFill>
            <a:ln w="127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 sz="240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276" name="Rectangle 7" descr="宽上对角线">
              <a:extLst>
                <a:ext uri="{FF2B5EF4-FFF2-40B4-BE49-F238E27FC236}">
                  <a16:creationId xmlns:a16="http://schemas.microsoft.com/office/drawing/2014/main" id="{53F1F1C8-3A42-80B7-9A47-561E35AC2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0" y="1490"/>
              <a:ext cx="181" cy="1668"/>
            </a:xfrm>
            <a:prstGeom prst="rect">
              <a:avLst/>
            </a:prstGeom>
            <a:blipFill dpi="0" rotWithShape="0">
              <a:blip r:embed="rId6"/>
              <a:srcRect/>
              <a:tile tx="0" ty="0" sx="100000" sy="100000" flip="none" algn="tl"/>
            </a:blipFill>
            <a:ln w="127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 sz="240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277" name="Rectangle 8">
              <a:extLst>
                <a:ext uri="{FF2B5EF4-FFF2-40B4-BE49-F238E27FC236}">
                  <a16:creationId xmlns:a16="http://schemas.microsoft.com/office/drawing/2014/main" id="{8FE88671-01C8-F416-D27E-626B753579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4" y="2744"/>
              <a:ext cx="22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i="1">
                  <a:solidFill>
                    <a:srgbClr val="00FF00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rPr>
                <a:t>d</a:t>
              </a:r>
              <a:endParaRPr kumimoji="1" lang="en-US" altLang="zh-CN" sz="2400" b="1">
                <a:solidFill>
                  <a:srgbClr val="00FF00"/>
                </a:solidFill>
                <a:latin typeface="Times New Roman" panose="02020603050405020304" pitchFamily="18" charset="0"/>
                <a:ea typeface="仿宋_GB2312" panose="02010609030101010101" pitchFamily="49" charset="-122"/>
              </a:endParaRPr>
            </a:p>
          </p:txBody>
        </p:sp>
        <p:sp>
          <p:nvSpPr>
            <p:cNvPr id="11278" name="Rectangle 9">
              <a:extLst>
                <a:ext uri="{FF2B5EF4-FFF2-40B4-BE49-F238E27FC236}">
                  <a16:creationId xmlns:a16="http://schemas.microsoft.com/office/drawing/2014/main" id="{67812EAD-DFF3-F4EB-7968-E003FCAB9D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9" y="2198"/>
              <a:ext cx="16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i="1">
                  <a:solidFill>
                    <a:srgbClr val="66FFFF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rPr>
                <a:t>S                       S</a:t>
              </a:r>
            </a:p>
          </p:txBody>
        </p:sp>
        <p:sp>
          <p:nvSpPr>
            <p:cNvPr id="11279" name="Rectangle 10">
              <a:extLst>
                <a:ext uri="{FF2B5EF4-FFF2-40B4-BE49-F238E27FC236}">
                  <a16:creationId xmlns:a16="http://schemas.microsoft.com/office/drawing/2014/main" id="{80FF7F06-E783-F565-D88F-C5B2C09A84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8" y="1191"/>
              <a:ext cx="3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i="1">
                  <a:solidFill>
                    <a:srgbClr val="66FFFF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rPr>
                <a:t>q</a:t>
              </a:r>
              <a:r>
                <a:rPr kumimoji="1" lang="en-US" altLang="zh-CN" sz="2400" b="1" i="1" baseline="-25000">
                  <a:solidFill>
                    <a:srgbClr val="66FFFF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rPr>
                <a:t>A</a:t>
              </a:r>
              <a:endPara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ea typeface="仿宋_GB2312" panose="02010609030101010101" pitchFamily="49" charset="-122"/>
              </a:endParaRPr>
            </a:p>
          </p:txBody>
        </p:sp>
        <p:sp>
          <p:nvSpPr>
            <p:cNvPr id="11280" name="Rectangle 11">
              <a:extLst>
                <a:ext uri="{FF2B5EF4-FFF2-40B4-BE49-F238E27FC236}">
                  <a16:creationId xmlns:a16="http://schemas.microsoft.com/office/drawing/2014/main" id="{77CEB241-228D-825E-3AAC-5D9BA2FA78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8" y="1173"/>
              <a:ext cx="3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i="1">
                  <a:solidFill>
                    <a:srgbClr val="66FFFF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rPr>
                <a:t>q</a:t>
              </a:r>
              <a:r>
                <a:rPr kumimoji="1" lang="en-US" altLang="zh-CN" sz="2400" b="1" i="1" baseline="-25000">
                  <a:solidFill>
                    <a:srgbClr val="66FFFF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rPr>
                <a:t>B</a:t>
              </a:r>
              <a:endPara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ea typeface="仿宋_GB2312" panose="02010609030101010101" pitchFamily="49" charset="-122"/>
              </a:endParaRPr>
            </a:p>
          </p:txBody>
        </p:sp>
        <p:graphicFrame>
          <p:nvGraphicFramePr>
            <p:cNvPr id="11281" name="Object 12">
              <a:extLst>
                <a:ext uri="{FF2B5EF4-FFF2-40B4-BE49-F238E27FC236}">
                  <a16:creationId xmlns:a16="http://schemas.microsoft.com/office/drawing/2014/main" id="{8429452F-31D5-CF11-9C16-08A4AF674F6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21" y="1843"/>
            <a:ext cx="252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95324" imgH="114300" progId="Equation.3">
                    <p:embed/>
                  </p:oleObj>
                </mc:Choice>
                <mc:Fallback>
                  <p:oleObj name="公式" r:id="rId7" imgW="95324" imgH="1143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21" y="1843"/>
                          <a:ext cx="252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2" name="Object 13">
              <a:extLst>
                <a:ext uri="{FF2B5EF4-FFF2-40B4-BE49-F238E27FC236}">
                  <a16:creationId xmlns:a16="http://schemas.microsoft.com/office/drawing/2014/main" id="{11265ABA-1678-ACA6-ADD4-0967F90049B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04" y="1843"/>
            <a:ext cx="235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95324" imgH="114300" progId="Equation.3">
                    <p:embed/>
                  </p:oleObj>
                </mc:Choice>
                <mc:Fallback>
                  <p:oleObj name="公式" r:id="rId9" imgW="95324" imgH="11430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4" y="1843"/>
                          <a:ext cx="235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3" name="Object 14">
              <a:extLst>
                <a:ext uri="{FF2B5EF4-FFF2-40B4-BE49-F238E27FC236}">
                  <a16:creationId xmlns:a16="http://schemas.microsoft.com/office/drawing/2014/main" id="{83B35717-993B-63BD-ADB3-6FDD8B9172D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75" y="1835"/>
            <a:ext cx="252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95324" imgH="123825" progId="Equation.3">
                    <p:embed/>
                  </p:oleObj>
                </mc:Choice>
                <mc:Fallback>
                  <p:oleObj name="公式" r:id="rId11" imgW="95324" imgH="123825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5" y="1835"/>
                          <a:ext cx="252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4" name="Object 15">
              <a:extLst>
                <a:ext uri="{FF2B5EF4-FFF2-40B4-BE49-F238E27FC236}">
                  <a16:creationId xmlns:a16="http://schemas.microsoft.com/office/drawing/2014/main" id="{94CA7C3B-0766-594F-6D1B-B443CBD06F7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83" y="1843"/>
            <a:ext cx="252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95324" imgH="114300" progId="Equation.3">
                    <p:embed/>
                  </p:oleObj>
                </mc:Choice>
                <mc:Fallback>
                  <p:oleObj name="公式" r:id="rId13" imgW="95324" imgH="11430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3" y="1843"/>
                          <a:ext cx="252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85" name="Rectangle 16">
              <a:extLst>
                <a:ext uri="{FF2B5EF4-FFF2-40B4-BE49-F238E27FC236}">
                  <a16:creationId xmlns:a16="http://schemas.microsoft.com/office/drawing/2014/main" id="{8CE9C157-14DB-344A-8C1F-11FD123845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8" y="1493"/>
              <a:ext cx="143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>
                  <a:solidFill>
                    <a:srgbClr val="FFCC00"/>
                  </a:solidFill>
                  <a:latin typeface="Times New Roman" panose="02020603050405020304" pitchFamily="18" charset="0"/>
                  <a:ea typeface="仿宋_GB2312" panose="02010609030101010101" pitchFamily="49" charset="-122"/>
                </a:rPr>
                <a:t>1      2      3      4</a:t>
              </a:r>
            </a:p>
          </p:txBody>
        </p:sp>
        <p:sp>
          <p:nvSpPr>
            <p:cNvPr id="11286" name="Line 17">
              <a:extLst>
                <a:ext uri="{FF2B5EF4-FFF2-40B4-BE49-F238E27FC236}">
                  <a16:creationId xmlns:a16="http://schemas.microsoft.com/office/drawing/2014/main" id="{E51022C1-1BB7-DB73-2785-103CF630F7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2" y="3014"/>
              <a:ext cx="602" cy="0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7" name="Oval 18">
              <a:extLst>
                <a:ext uri="{FF2B5EF4-FFF2-40B4-BE49-F238E27FC236}">
                  <a16:creationId xmlns:a16="http://schemas.microsoft.com/office/drawing/2014/main" id="{A901325D-35E0-A970-3932-E2E007512AF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88" y="2886"/>
              <a:ext cx="59" cy="59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rgbClr val="FF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288" name="Text Box 19">
              <a:extLst>
                <a:ext uri="{FF2B5EF4-FFF2-40B4-BE49-F238E27FC236}">
                  <a16:creationId xmlns:a16="http://schemas.microsoft.com/office/drawing/2014/main" id="{AADE8F53-C020-A777-256F-0BA6DB02A2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6" y="2614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 i="1">
                  <a:solidFill>
                    <a:srgbClr val="FF3300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1289" name="Oval 20">
              <a:extLst>
                <a:ext uri="{FF2B5EF4-FFF2-40B4-BE49-F238E27FC236}">
                  <a16:creationId xmlns:a16="http://schemas.microsoft.com/office/drawing/2014/main" id="{04868E67-C967-51AC-91D8-01F8CC642CF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077" y="2878"/>
              <a:ext cx="59" cy="59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rgbClr val="FF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290" name="Text Box 21">
              <a:extLst>
                <a:ext uri="{FF2B5EF4-FFF2-40B4-BE49-F238E27FC236}">
                  <a16:creationId xmlns:a16="http://schemas.microsoft.com/office/drawing/2014/main" id="{DFFA5444-8BD8-ABA5-B78F-09437A32FF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5" y="2606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 i="1">
                  <a:solidFill>
                    <a:srgbClr val="FF3300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</p:grpSp>
      <p:sp>
        <p:nvSpPr>
          <p:cNvPr id="196630" name="Rectangle 22">
            <a:extLst>
              <a:ext uri="{FF2B5EF4-FFF2-40B4-BE49-F238E27FC236}">
                <a16:creationId xmlns:a16="http://schemas.microsoft.com/office/drawing/2014/main" id="{F2602A19-10E8-B7B2-F31F-5ADEC85D0D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638" y="2997200"/>
            <a:ext cx="54006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可见，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A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、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B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两板的内侧面带等量异号电荷；两板的外侧面带等量同号电荷。</a:t>
            </a:r>
          </a:p>
        </p:txBody>
      </p:sp>
      <p:sp>
        <p:nvSpPr>
          <p:cNvPr id="196631" name="Text Box 23">
            <a:extLst>
              <a:ext uri="{FF2B5EF4-FFF2-40B4-BE49-F238E27FC236}">
                <a16:creationId xmlns:a16="http://schemas.microsoft.com/office/drawing/2014/main" id="{C5E39CEA-DBD9-40F1-E01A-B557572406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600" y="4195763"/>
            <a:ext cx="5991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u"/>
            </a:pPr>
            <a:r>
              <a:rPr kumimoji="1" lang="zh-CN" altLang="en-US" sz="2000" b="1" i="1">
                <a:solidFill>
                  <a:srgbClr val="FFFF66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特别地，</a:t>
            </a:r>
            <a:r>
              <a:rPr kumimoji="1" lang="zh-CN" altLang="en-US" sz="2400" b="1">
                <a:solidFill>
                  <a:schemeClr val="bg1"/>
                </a:solidFill>
                <a:latin typeface="仿宋_GB2312" panose="02010609030101010101" pitchFamily="49" charset="-122"/>
                <a:ea typeface="仿宋_GB2312" panose="02010609030101010101" pitchFamily="49" charset="-122"/>
              </a:rPr>
              <a:t>若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q</a:t>
            </a:r>
            <a:r>
              <a:rPr kumimoji="1" lang="en-US" altLang="zh-CN" sz="2400" b="1" i="1" baseline="-25000">
                <a:solidFill>
                  <a:srgbClr val="66FFFF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A</a:t>
            </a:r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＝－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q</a:t>
            </a:r>
            <a:r>
              <a:rPr kumimoji="1" lang="en-US" altLang="zh-CN" sz="2400" b="1" i="1" baseline="-25000">
                <a:solidFill>
                  <a:srgbClr val="66FFFF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B</a:t>
            </a:r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＝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q</a:t>
            </a:r>
            <a:r>
              <a:rPr kumimoji="1" lang="zh-CN" altLang="en-US" sz="2400" b="1">
                <a:solidFill>
                  <a:schemeClr val="bg1"/>
                </a:solidFill>
                <a:latin typeface="仿宋_GB2312" panose="02010609030101010101" pitchFamily="49" charset="-122"/>
                <a:ea typeface="仿宋_GB2312" panose="02010609030101010101" pitchFamily="49" charset="-122"/>
              </a:rPr>
              <a:t>，则</a:t>
            </a:r>
          </a:p>
        </p:txBody>
      </p:sp>
      <p:graphicFrame>
        <p:nvGraphicFramePr>
          <p:cNvPr id="196632" name="Object 24">
            <a:extLst>
              <a:ext uri="{FF2B5EF4-FFF2-40B4-BE49-F238E27FC236}">
                <a16:creationId xmlns:a16="http://schemas.microsoft.com/office/drawing/2014/main" id="{7FCF327E-5248-D092-0ADE-5D959BBBE9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36725" y="4881563"/>
          <a:ext cx="1546225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647847" imgH="114300" progId="Equation.3">
                  <p:embed/>
                </p:oleObj>
              </mc:Choice>
              <mc:Fallback>
                <p:oleObj name="公式" r:id="rId15" imgW="647847" imgH="1143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6725" y="4881563"/>
                        <a:ext cx="1546225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33" name="Object 25">
            <a:extLst>
              <a:ext uri="{FF2B5EF4-FFF2-40B4-BE49-F238E27FC236}">
                <a16:creationId xmlns:a16="http://schemas.microsoft.com/office/drawing/2014/main" id="{61DCE93B-9B6F-EB22-E55B-6E08EEF2C7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68725" y="4884738"/>
          <a:ext cx="2132013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914400" imgH="123825" progId="Equation.3">
                  <p:embed/>
                </p:oleObj>
              </mc:Choice>
              <mc:Fallback>
                <p:oleObj name="公式" r:id="rId17" imgW="914400" imgH="123825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8725" y="4884738"/>
                        <a:ext cx="2132013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6634" name="Rectangle 26">
            <a:extLst>
              <a:ext uri="{FF2B5EF4-FFF2-40B4-BE49-F238E27FC236}">
                <a16:creationId xmlns:a16="http://schemas.microsoft.com/office/drawing/2014/main" id="{DCFF0962-51F4-C5C2-3144-8606F7A09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638" y="5589588"/>
            <a:ext cx="7085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电荷只分布在两板的内侧面，外侧面不带电。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6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6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6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6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10" grpId="0" autoUpdateAnimBg="0"/>
      <p:bldP spid="196630" grpId="0" autoUpdateAnimBg="0"/>
      <p:bldP spid="196631" grpId="0" autoUpdateAnimBg="0"/>
      <p:bldP spid="196634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5">
            <a:extLst>
              <a:ext uri="{FF2B5EF4-FFF2-40B4-BE49-F238E27FC236}">
                <a16:creationId xmlns:a16="http://schemas.microsoft.com/office/drawing/2014/main" id="{72D02893-4CBC-AC1A-5551-BCC9D52DCB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188" y="188913"/>
            <a:ext cx="8408987" cy="169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600" b="1">
                <a:solidFill>
                  <a:schemeClr val="bg1"/>
                </a:solidFill>
              </a:rPr>
              <a:t>例</a:t>
            </a:r>
            <a:r>
              <a:rPr lang="en-US" altLang="zh-CN" sz="2600" b="1">
                <a:solidFill>
                  <a:schemeClr val="bg1"/>
                </a:solidFill>
              </a:rPr>
              <a:t>2  </a:t>
            </a:r>
            <a:r>
              <a:rPr lang="zh-CN" altLang="en-US" sz="2600" b="1">
                <a:solidFill>
                  <a:schemeClr val="bg1"/>
                </a:solidFill>
              </a:rPr>
              <a:t>半径为</a:t>
            </a:r>
            <a:r>
              <a:rPr lang="en-US" altLang="zh-CN" sz="2600" b="1">
                <a:solidFill>
                  <a:schemeClr val="bg1"/>
                </a:solidFill>
              </a:rPr>
              <a:t>R</a:t>
            </a:r>
            <a:r>
              <a:rPr lang="en-US" altLang="zh-CN" sz="2600" b="1" baseline="-25000">
                <a:solidFill>
                  <a:schemeClr val="bg1"/>
                </a:solidFill>
              </a:rPr>
              <a:t>1</a:t>
            </a:r>
            <a:r>
              <a:rPr lang="zh-CN" altLang="en-US" sz="2600" b="1">
                <a:solidFill>
                  <a:schemeClr val="bg1"/>
                </a:solidFill>
              </a:rPr>
              <a:t>的导体球带有电荷</a:t>
            </a:r>
            <a:r>
              <a:rPr lang="en-US" altLang="zh-CN" sz="2600" b="1">
                <a:solidFill>
                  <a:schemeClr val="bg1"/>
                </a:solidFill>
              </a:rPr>
              <a:t>q</a:t>
            </a:r>
            <a:r>
              <a:rPr lang="zh-CN" altLang="en-US" sz="2600" b="1">
                <a:solidFill>
                  <a:schemeClr val="bg1"/>
                </a:solidFill>
              </a:rPr>
              <a:t>，球外有一个内、外半径为</a:t>
            </a:r>
            <a:r>
              <a:rPr lang="en-US" altLang="zh-CN" sz="2600" b="1">
                <a:solidFill>
                  <a:schemeClr val="bg1"/>
                </a:solidFill>
              </a:rPr>
              <a:t>R</a:t>
            </a:r>
            <a:r>
              <a:rPr lang="en-US" altLang="zh-CN" sz="2600" b="1" baseline="-25000">
                <a:solidFill>
                  <a:schemeClr val="bg1"/>
                </a:solidFill>
              </a:rPr>
              <a:t>2 </a:t>
            </a:r>
            <a:r>
              <a:rPr lang="zh-CN" altLang="en-US" sz="2600" b="1" baseline="-25000">
                <a:solidFill>
                  <a:schemeClr val="bg1"/>
                </a:solidFill>
              </a:rPr>
              <a:t>、</a:t>
            </a:r>
            <a:r>
              <a:rPr lang="en-US" altLang="zh-CN" sz="2600" b="1">
                <a:solidFill>
                  <a:schemeClr val="bg1"/>
                </a:solidFill>
              </a:rPr>
              <a:t>R</a:t>
            </a:r>
            <a:r>
              <a:rPr lang="en-US" altLang="zh-CN" sz="2600" b="1" baseline="-25000">
                <a:solidFill>
                  <a:schemeClr val="bg1"/>
                </a:solidFill>
              </a:rPr>
              <a:t>3</a:t>
            </a:r>
            <a:r>
              <a:rPr lang="zh-CN" altLang="en-US" sz="2600" b="1">
                <a:solidFill>
                  <a:schemeClr val="bg1"/>
                </a:solidFill>
              </a:rPr>
              <a:t>的同心导体球壳，壳上带有电量为</a:t>
            </a:r>
            <a:r>
              <a:rPr lang="en-US" altLang="zh-CN" sz="2600" b="1">
                <a:solidFill>
                  <a:schemeClr val="bg1"/>
                </a:solidFill>
              </a:rPr>
              <a:t>Q</a:t>
            </a:r>
            <a:r>
              <a:rPr lang="zh-CN" altLang="en-US" sz="2600" b="1">
                <a:solidFill>
                  <a:schemeClr val="bg1"/>
                </a:solidFill>
              </a:rPr>
              <a:t>，如图所示，求</a:t>
            </a:r>
            <a:r>
              <a:rPr lang="en-US" altLang="zh-CN" sz="2600" b="1">
                <a:solidFill>
                  <a:schemeClr val="bg1"/>
                </a:solidFill>
              </a:rPr>
              <a:t>:</a:t>
            </a:r>
          </a:p>
          <a:p>
            <a:pPr eaLnBrk="1" hangingPunct="1"/>
            <a:endParaRPr lang="zh-CN" altLang="en-US" sz="2600">
              <a:solidFill>
                <a:schemeClr val="bg1"/>
              </a:solidFill>
            </a:endParaRPr>
          </a:p>
        </p:txBody>
      </p:sp>
      <p:pic>
        <p:nvPicPr>
          <p:cNvPr id="12291" name="Picture 26">
            <a:extLst>
              <a:ext uri="{FF2B5EF4-FFF2-40B4-BE49-F238E27FC236}">
                <a16:creationId xmlns:a16="http://schemas.microsoft.com/office/drawing/2014/main" id="{8E45C199-89ED-5C42-4512-08D06B2C1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88" y="1628775"/>
            <a:ext cx="8118475" cy="460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15">
            <a:extLst>
              <a:ext uri="{FF2B5EF4-FFF2-40B4-BE49-F238E27FC236}">
                <a16:creationId xmlns:a16="http://schemas.microsoft.com/office/drawing/2014/main" id="{28420915-5CAD-2C8D-FF1B-E2CDB46A1F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52400"/>
            <a:ext cx="7951787" cy="241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6">
            <a:extLst>
              <a:ext uri="{FF2B5EF4-FFF2-40B4-BE49-F238E27FC236}">
                <a16:creationId xmlns:a16="http://schemas.microsoft.com/office/drawing/2014/main" id="{ABC2D11F-6723-C18D-3DAD-73E6AE318F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13" y="2852738"/>
            <a:ext cx="8053387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4">
            <a:extLst>
              <a:ext uri="{FF2B5EF4-FFF2-40B4-BE49-F238E27FC236}">
                <a16:creationId xmlns:a16="http://schemas.microsoft.com/office/drawing/2014/main" id="{0FB17A54-F170-23DC-5426-297A1CBD73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15888"/>
            <a:ext cx="8504237" cy="424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Picture 25">
            <a:extLst>
              <a:ext uri="{FF2B5EF4-FFF2-40B4-BE49-F238E27FC236}">
                <a16:creationId xmlns:a16="http://schemas.microsoft.com/office/drawing/2014/main" id="{E408B4F8-27A9-D250-4FE3-D3848A2536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4581525"/>
            <a:ext cx="8504237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5">
            <a:extLst>
              <a:ext uri="{FF2B5EF4-FFF2-40B4-BE49-F238E27FC236}">
                <a16:creationId xmlns:a16="http://schemas.microsoft.com/office/drawing/2014/main" id="{8E035BC1-3078-274A-85FE-E6D5F8471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88913"/>
            <a:ext cx="8482012" cy="374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22" name="Picture 26">
            <a:extLst>
              <a:ext uri="{FF2B5EF4-FFF2-40B4-BE49-F238E27FC236}">
                <a16:creationId xmlns:a16="http://schemas.microsoft.com/office/drawing/2014/main" id="{C2FDBCBE-D625-3610-8C7F-B3035974F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4059238"/>
            <a:ext cx="8462962" cy="167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0">
            <a:extLst>
              <a:ext uri="{FF2B5EF4-FFF2-40B4-BE49-F238E27FC236}">
                <a16:creationId xmlns:a16="http://schemas.microsoft.com/office/drawing/2014/main" id="{FFF69B26-7DF1-E684-6C07-C93B036E2C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188913"/>
            <a:ext cx="8455025" cy="287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41" name="Picture 21">
            <a:extLst>
              <a:ext uri="{FF2B5EF4-FFF2-40B4-BE49-F238E27FC236}">
                <a16:creationId xmlns:a16="http://schemas.microsoft.com/office/drawing/2014/main" id="{4D6A0D91-E1FC-B968-7DED-E0B03ABB4A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3141663"/>
            <a:ext cx="8470900" cy="345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19">
            <a:extLst>
              <a:ext uri="{FF2B5EF4-FFF2-40B4-BE49-F238E27FC236}">
                <a16:creationId xmlns:a16="http://schemas.microsoft.com/office/drawing/2014/main" id="{F74A5859-8C9C-02B7-8BE2-F0613CF89E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38" y="404813"/>
            <a:ext cx="8558212" cy="590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4">
            <a:extLst>
              <a:ext uri="{FF2B5EF4-FFF2-40B4-BE49-F238E27FC236}">
                <a16:creationId xmlns:a16="http://schemas.microsoft.com/office/drawing/2014/main" id="{5354ABEA-BEA1-36A2-01FC-AA73F35843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22263"/>
            <a:ext cx="8640763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chemeClr val="bg1"/>
                </a:solidFill>
                <a:latin typeface="华文中宋" panose="02010600040101010101" pitchFamily="2" charset="-122"/>
              </a:rPr>
              <a:t>例</a:t>
            </a:r>
            <a:r>
              <a:rPr lang="en-US" altLang="zh-CN" sz="2400" b="1">
                <a:solidFill>
                  <a:schemeClr val="bg1"/>
                </a:solidFill>
                <a:latin typeface="华文中宋" panose="02010600040101010101" pitchFamily="2" charset="-122"/>
              </a:rPr>
              <a:t>3:  </a:t>
            </a:r>
            <a:r>
              <a:rPr lang="zh-CN" altLang="en-US" sz="2400" b="1">
                <a:solidFill>
                  <a:schemeClr val="bg1"/>
                </a:solidFill>
                <a:latin typeface="华文中宋" panose="02010600040101010101" pitchFamily="2" charset="-122"/>
              </a:rPr>
              <a:t>接地导体球附近有一点电荷，求</a:t>
            </a:r>
            <a:r>
              <a:rPr lang="en-US" altLang="zh-CN" sz="2400" b="1">
                <a:solidFill>
                  <a:schemeClr val="bg1"/>
                </a:solidFill>
                <a:latin typeface="华文中宋" panose="02010600040101010101" pitchFamily="2" charset="-122"/>
              </a:rPr>
              <a:t>:  </a:t>
            </a:r>
            <a:r>
              <a:rPr lang="zh-CN" altLang="en-US" sz="2400" b="1">
                <a:solidFill>
                  <a:schemeClr val="bg1"/>
                </a:solidFill>
                <a:latin typeface="华文中宋" panose="02010600040101010101" pitchFamily="2" charset="-122"/>
              </a:rPr>
              <a:t>导体上的感应电荷。</a:t>
            </a:r>
          </a:p>
        </p:txBody>
      </p:sp>
      <p:pic>
        <p:nvPicPr>
          <p:cNvPr id="18435" name="Picture 13">
            <a:extLst>
              <a:ext uri="{FF2B5EF4-FFF2-40B4-BE49-F238E27FC236}">
                <a16:creationId xmlns:a16="http://schemas.microsoft.com/office/drawing/2014/main" id="{11A64625-21C7-EB73-2C34-FDB227001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4900" y="981075"/>
            <a:ext cx="2736850" cy="203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6" name="Picture 14">
            <a:extLst>
              <a:ext uri="{FF2B5EF4-FFF2-40B4-BE49-F238E27FC236}">
                <a16:creationId xmlns:a16="http://schemas.microsoft.com/office/drawing/2014/main" id="{79F64E92-7564-9507-2516-5F957130ED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50" y="908050"/>
            <a:ext cx="5848350" cy="537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Text Box 2">
            <a:extLst>
              <a:ext uri="{FF2B5EF4-FFF2-40B4-BE49-F238E27FC236}">
                <a16:creationId xmlns:a16="http://schemas.microsoft.com/office/drawing/2014/main" id="{64565369-56CC-576B-9BEC-CC19B6095C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175" y="3141663"/>
            <a:ext cx="7989888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CC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电容只与导体的几何因素和介质有关，与导体带电量和电势大小无关；</a:t>
            </a:r>
            <a:r>
              <a:rPr lang="zh-CN" altLang="en-US" sz="2400" b="1">
                <a:solidFill>
                  <a:schemeClr val="bg1"/>
                </a:solidFill>
              </a:rPr>
              <a:t>物理意义</a:t>
            </a:r>
            <a:r>
              <a:rPr lang="en-US" altLang="zh-CN" sz="2400" b="1">
                <a:solidFill>
                  <a:schemeClr val="bg1"/>
                </a:solidFill>
              </a:rPr>
              <a:t>: </a:t>
            </a:r>
            <a:r>
              <a:rPr lang="zh-CN" altLang="en-US" sz="2400" b="1">
                <a:solidFill>
                  <a:schemeClr val="bg1"/>
                </a:solidFill>
              </a:rPr>
              <a:t>导体每升高单位电势所需的电量</a:t>
            </a:r>
          </a:p>
        </p:txBody>
      </p:sp>
      <p:sp>
        <p:nvSpPr>
          <p:cNvPr id="161795" name="Text Box 3">
            <a:extLst>
              <a:ext uri="{FF2B5EF4-FFF2-40B4-BE49-F238E27FC236}">
                <a16:creationId xmlns:a16="http://schemas.microsoft.com/office/drawing/2014/main" id="{A393A5DD-7786-D53E-3E36-465B7BCE73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325" y="461963"/>
            <a:ext cx="50323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三</a:t>
            </a:r>
            <a:r>
              <a:rPr kumimoji="1" lang="en-US" altLang="zh-CN" sz="2800" b="1">
                <a:solidFill>
                  <a:srgbClr val="FFFF00"/>
                </a:solidFill>
                <a:latin typeface="宋体" panose="02010600030101010101" pitchFamily="2" charset="-122"/>
              </a:rPr>
              <a:t>.</a:t>
            </a:r>
            <a:r>
              <a:rPr kumimoji="1" lang="en-US" altLang="zh-CN" sz="2800" b="1">
                <a:solidFill>
                  <a:srgbClr val="FFFF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孤立导体的电容</a:t>
            </a:r>
          </a:p>
        </p:txBody>
      </p:sp>
      <p:sp>
        <p:nvSpPr>
          <p:cNvPr id="161797" name="Rectangle 5">
            <a:extLst>
              <a:ext uri="{FF2B5EF4-FFF2-40B4-BE49-F238E27FC236}">
                <a16:creationId xmlns:a16="http://schemas.microsoft.com/office/drawing/2014/main" id="{78225182-1D7A-589A-C380-969F22A4F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1738" y="1924050"/>
            <a:ext cx="1465262" cy="914400"/>
          </a:xfrm>
          <a:prstGeom prst="rect">
            <a:avLst/>
          </a:prstGeom>
          <a:noFill/>
          <a:ln w="19050">
            <a:solidFill>
              <a:srgbClr val="66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1798" name="Text Box 6">
            <a:extLst>
              <a:ext uri="{FF2B5EF4-FFF2-40B4-BE49-F238E27FC236}">
                <a16:creationId xmlns:a16="http://schemas.microsoft.com/office/drawing/2014/main" id="{704539C9-44D5-244F-8D5F-AF99D792F4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2416175"/>
            <a:ext cx="2895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单位</a:t>
            </a:r>
            <a:r>
              <a:rPr kumimoji="1" lang="en-US" altLang="zh-CN" sz="20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:</a:t>
            </a:r>
            <a:r>
              <a:rPr kumimoji="1" lang="zh-CN" altLang="en-US" sz="2000" b="1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法拉</a:t>
            </a:r>
            <a:r>
              <a:rPr kumimoji="1"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( F )</a:t>
            </a:r>
          </a:p>
        </p:txBody>
      </p:sp>
      <p:graphicFrame>
        <p:nvGraphicFramePr>
          <p:cNvPr id="161799" name="Object 7">
            <a:extLst>
              <a:ext uri="{FF2B5EF4-FFF2-40B4-BE49-F238E27FC236}">
                <a16:creationId xmlns:a16="http://schemas.microsoft.com/office/drawing/2014/main" id="{5DC8655E-C4FD-F2EA-9073-E5BC00B8B0A1}"/>
              </a:ext>
            </a:extLst>
          </p:cNvPr>
          <p:cNvGraphicFramePr>
            <a:graphicFrameLocks/>
          </p:cNvGraphicFramePr>
          <p:nvPr/>
        </p:nvGraphicFramePr>
        <p:xfrm>
          <a:off x="3402013" y="1260475"/>
          <a:ext cx="874712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61882" imgH="285750" progId="Equation.3">
                  <p:embed/>
                </p:oleObj>
              </mc:Choice>
              <mc:Fallback>
                <p:oleObj name="Equation" r:id="rId3" imgW="761882" imgH="285750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2013" y="1260475"/>
                        <a:ext cx="874712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1800" name="Text Box 8">
            <a:extLst>
              <a:ext uri="{FF2B5EF4-FFF2-40B4-BE49-F238E27FC236}">
                <a16:creationId xmlns:a16="http://schemas.microsoft.com/office/drawing/2014/main" id="{7A1EFEF1-F086-42D5-3308-EBD67F7738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3" y="1196975"/>
            <a:ext cx="3733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孤立导体的电势</a:t>
            </a:r>
          </a:p>
        </p:txBody>
      </p:sp>
      <p:graphicFrame>
        <p:nvGraphicFramePr>
          <p:cNvPr id="161801" name="Object 9">
            <a:extLst>
              <a:ext uri="{FF2B5EF4-FFF2-40B4-BE49-F238E27FC236}">
                <a16:creationId xmlns:a16="http://schemas.microsoft.com/office/drawing/2014/main" id="{AAA3576A-490A-0426-E382-1C9264A186E7}"/>
              </a:ext>
            </a:extLst>
          </p:cNvPr>
          <p:cNvGraphicFramePr>
            <a:graphicFrameLocks/>
          </p:cNvGraphicFramePr>
          <p:nvPr/>
        </p:nvGraphicFramePr>
        <p:xfrm>
          <a:off x="2076450" y="1958975"/>
          <a:ext cx="315913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9712" imgH="714375" progId="Equation.3">
                  <p:embed/>
                </p:oleObj>
              </mc:Choice>
              <mc:Fallback>
                <p:oleObj name="Equation" r:id="rId5" imgW="209712" imgH="714375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6450" y="1958975"/>
                        <a:ext cx="315913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1802" name="Rectangle 10">
            <a:extLst>
              <a:ext uri="{FF2B5EF4-FFF2-40B4-BE49-F238E27FC236}">
                <a16:creationId xmlns:a16="http://schemas.microsoft.com/office/drawing/2014/main" id="{75C2E2EF-0664-8605-EC6C-D0AB59F65E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1941513"/>
            <a:ext cx="19732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000" b="1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孤立导体的电容</a:t>
            </a:r>
          </a:p>
        </p:txBody>
      </p:sp>
      <p:graphicFrame>
        <p:nvGraphicFramePr>
          <p:cNvPr id="161803" name="Object 11">
            <a:extLst>
              <a:ext uri="{FF2B5EF4-FFF2-40B4-BE49-F238E27FC236}">
                <a16:creationId xmlns:a16="http://schemas.microsoft.com/office/drawing/2014/main" id="{BFBD06E5-CAA8-AB02-480D-D6432D33DC63}"/>
              </a:ext>
            </a:extLst>
          </p:cNvPr>
          <p:cNvGraphicFramePr>
            <a:graphicFrameLocks/>
          </p:cNvGraphicFramePr>
          <p:nvPr/>
        </p:nvGraphicFramePr>
        <p:xfrm>
          <a:off x="1385888" y="2193925"/>
          <a:ext cx="557212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57200" imgH="200025" progId="Equation.3">
                  <p:embed/>
                </p:oleObj>
              </mc:Choice>
              <mc:Fallback>
                <p:oleObj name="Equation" r:id="rId7" imgW="457200" imgH="200025" progId="Equation.3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5888" y="2193925"/>
                        <a:ext cx="557212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1804" name="Oval 12">
            <a:extLst>
              <a:ext uri="{FF2B5EF4-FFF2-40B4-BE49-F238E27FC236}">
                <a16:creationId xmlns:a16="http://schemas.microsoft.com/office/drawing/2014/main" id="{AA8CA887-5C7B-7216-3421-14F189616B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1482725"/>
            <a:ext cx="2362200" cy="1536700"/>
          </a:xfrm>
          <a:prstGeom prst="ellipse">
            <a:avLst/>
          </a:prstGeom>
          <a:gradFill rotWithShape="0">
            <a:gsLst>
              <a:gs pos="0">
                <a:srgbClr val="FF3300"/>
              </a:gs>
              <a:gs pos="100000">
                <a:srgbClr val="FFFF00"/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1600">
              <a:latin typeface="Times New Roman" panose="02020603050405020304" pitchFamily="18" charset="0"/>
            </a:endParaRPr>
          </a:p>
        </p:txBody>
      </p:sp>
      <p:grpSp>
        <p:nvGrpSpPr>
          <p:cNvPr id="161805" name="Group 13">
            <a:extLst>
              <a:ext uri="{FF2B5EF4-FFF2-40B4-BE49-F238E27FC236}">
                <a16:creationId xmlns:a16="http://schemas.microsoft.com/office/drawing/2014/main" id="{EF302DC2-4346-8C3A-708D-B409B8F056F4}"/>
              </a:ext>
            </a:extLst>
          </p:cNvPr>
          <p:cNvGrpSpPr>
            <a:grpSpLocks/>
          </p:cNvGrpSpPr>
          <p:nvPr/>
        </p:nvGrpSpPr>
        <p:grpSpPr bwMode="auto">
          <a:xfrm>
            <a:off x="6300788" y="1431925"/>
            <a:ext cx="2435225" cy="1616075"/>
            <a:chOff x="4000" y="968"/>
            <a:chExt cx="1343" cy="626"/>
          </a:xfrm>
        </p:grpSpPr>
        <p:sp>
          <p:nvSpPr>
            <p:cNvPr id="19490" name="Text Box 14">
              <a:extLst>
                <a:ext uri="{FF2B5EF4-FFF2-40B4-BE49-F238E27FC236}">
                  <a16:creationId xmlns:a16="http://schemas.microsoft.com/office/drawing/2014/main" id="{6EA3D1D5-457D-A3B7-4562-5191FF00E4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7" y="968"/>
              <a:ext cx="221" cy="1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 sz="1600">
                  <a:latin typeface="Times New Roman" panose="02020603050405020304" pitchFamily="18" charset="0"/>
                </a:rPr>
                <a:t>  </a:t>
              </a:r>
              <a:r>
                <a:rPr kumimoji="1" lang="en-US" altLang="zh-CN" sz="1600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19491" name="Text Box 15">
              <a:extLst>
                <a:ext uri="{FF2B5EF4-FFF2-40B4-BE49-F238E27FC236}">
                  <a16:creationId xmlns:a16="http://schemas.microsoft.com/office/drawing/2014/main" id="{796DA1A0-4B7C-C29E-8CF5-D5B21878E1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3" y="1464"/>
              <a:ext cx="249" cy="1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 sz="1600">
                  <a:latin typeface="Times New Roman" panose="02020603050405020304" pitchFamily="18" charset="0"/>
                </a:rPr>
                <a:t>   </a:t>
              </a:r>
              <a:r>
                <a:rPr kumimoji="1" lang="en-US" altLang="zh-CN" sz="1600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19492" name="Text Box 16">
              <a:extLst>
                <a:ext uri="{FF2B5EF4-FFF2-40B4-BE49-F238E27FC236}">
                  <a16:creationId xmlns:a16="http://schemas.microsoft.com/office/drawing/2014/main" id="{043D47A7-8DBA-63E9-2A78-E52A1DD840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8" y="1207"/>
              <a:ext cx="165" cy="1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19493" name="Text Box 17">
              <a:extLst>
                <a:ext uri="{FF2B5EF4-FFF2-40B4-BE49-F238E27FC236}">
                  <a16:creationId xmlns:a16="http://schemas.microsoft.com/office/drawing/2014/main" id="{025C7A69-04CB-9377-3D5A-274B8C0F0B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0" y="1215"/>
              <a:ext cx="165" cy="1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19494" name="Text Box 18">
              <a:extLst>
                <a:ext uri="{FF2B5EF4-FFF2-40B4-BE49-F238E27FC236}">
                  <a16:creationId xmlns:a16="http://schemas.microsoft.com/office/drawing/2014/main" id="{76F9C748-089D-E73E-A68F-E2148F6074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6" y="1376"/>
              <a:ext cx="164" cy="1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19495" name="Text Box 19">
              <a:extLst>
                <a:ext uri="{FF2B5EF4-FFF2-40B4-BE49-F238E27FC236}">
                  <a16:creationId xmlns:a16="http://schemas.microsoft.com/office/drawing/2014/main" id="{1F9E28F4-A924-9BCD-4408-D3EED0B0BE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7" y="1039"/>
              <a:ext cx="164" cy="1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19496" name="Text Box 20">
              <a:extLst>
                <a:ext uri="{FF2B5EF4-FFF2-40B4-BE49-F238E27FC236}">
                  <a16:creationId xmlns:a16="http://schemas.microsoft.com/office/drawing/2014/main" id="{D7801B77-DCC6-B02E-32EB-581EB23EAF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2" y="1376"/>
              <a:ext cx="165" cy="1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19497" name="Text Box 21">
              <a:extLst>
                <a:ext uri="{FF2B5EF4-FFF2-40B4-BE49-F238E27FC236}">
                  <a16:creationId xmlns:a16="http://schemas.microsoft.com/office/drawing/2014/main" id="{B9642785-8FAE-F657-3DE1-9406F9ED27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4" y="1039"/>
              <a:ext cx="164" cy="1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>
                  <a:latin typeface="Times New Roman" panose="02020603050405020304" pitchFamily="18" charset="0"/>
                </a:rPr>
                <a:t>+</a:t>
              </a:r>
            </a:p>
          </p:txBody>
        </p:sp>
      </p:grpSp>
      <p:grpSp>
        <p:nvGrpSpPr>
          <p:cNvPr id="161814" name="Group 22">
            <a:extLst>
              <a:ext uri="{FF2B5EF4-FFF2-40B4-BE49-F238E27FC236}">
                <a16:creationId xmlns:a16="http://schemas.microsoft.com/office/drawing/2014/main" id="{C228106F-BC2A-4924-1286-FA2270616CA2}"/>
              </a:ext>
            </a:extLst>
          </p:cNvPr>
          <p:cNvGrpSpPr>
            <a:grpSpLocks/>
          </p:cNvGrpSpPr>
          <p:nvPr/>
        </p:nvGrpSpPr>
        <p:grpSpPr bwMode="auto">
          <a:xfrm>
            <a:off x="6362700" y="1482725"/>
            <a:ext cx="2274888" cy="1536700"/>
            <a:chOff x="4040" y="976"/>
            <a:chExt cx="1200" cy="590"/>
          </a:xfrm>
        </p:grpSpPr>
        <p:sp>
          <p:nvSpPr>
            <p:cNvPr id="19482" name="Text Box 23">
              <a:extLst>
                <a:ext uri="{FF2B5EF4-FFF2-40B4-BE49-F238E27FC236}">
                  <a16:creationId xmlns:a16="http://schemas.microsoft.com/office/drawing/2014/main" id="{5D08E516-090D-D441-45B9-70AB579D4B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7" y="985"/>
              <a:ext cx="139" cy="1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19483" name="Text Box 24">
              <a:extLst>
                <a:ext uri="{FF2B5EF4-FFF2-40B4-BE49-F238E27FC236}">
                  <a16:creationId xmlns:a16="http://schemas.microsoft.com/office/drawing/2014/main" id="{5D354885-5498-9704-76C4-4DD8BEAD30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7" y="1425"/>
              <a:ext cx="139" cy="1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19484" name="Text Box 25">
              <a:extLst>
                <a:ext uri="{FF2B5EF4-FFF2-40B4-BE49-F238E27FC236}">
                  <a16:creationId xmlns:a16="http://schemas.microsoft.com/office/drawing/2014/main" id="{81423F96-4E47-8BFE-0C95-7721831EC3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29" y="976"/>
              <a:ext cx="139" cy="1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19485" name="Text Box 26">
              <a:extLst>
                <a:ext uri="{FF2B5EF4-FFF2-40B4-BE49-F238E27FC236}">
                  <a16:creationId xmlns:a16="http://schemas.microsoft.com/office/drawing/2014/main" id="{AE52A21F-7FF6-948B-4061-69A7FF1BE6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29" y="1416"/>
              <a:ext cx="139" cy="1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19486" name="Text Box 27">
              <a:extLst>
                <a:ext uri="{FF2B5EF4-FFF2-40B4-BE49-F238E27FC236}">
                  <a16:creationId xmlns:a16="http://schemas.microsoft.com/office/drawing/2014/main" id="{75E34BF4-F532-D7BB-2CC9-C88DAB41C0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01" y="1088"/>
              <a:ext cx="139" cy="1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19487" name="Text Box 28">
              <a:extLst>
                <a:ext uri="{FF2B5EF4-FFF2-40B4-BE49-F238E27FC236}">
                  <a16:creationId xmlns:a16="http://schemas.microsoft.com/office/drawing/2014/main" id="{DB1E5B2C-21D2-3F56-3F1E-FC5B5B3772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01" y="1321"/>
              <a:ext cx="139" cy="1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19488" name="Text Box 29">
              <a:extLst>
                <a:ext uri="{FF2B5EF4-FFF2-40B4-BE49-F238E27FC236}">
                  <a16:creationId xmlns:a16="http://schemas.microsoft.com/office/drawing/2014/main" id="{4367AEAE-5816-B0A4-C95A-1D950863B3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0" y="1088"/>
              <a:ext cx="139" cy="1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19489" name="Text Box 30">
              <a:extLst>
                <a:ext uri="{FF2B5EF4-FFF2-40B4-BE49-F238E27FC236}">
                  <a16:creationId xmlns:a16="http://schemas.microsoft.com/office/drawing/2014/main" id="{7B64F128-0C0D-02C5-63B2-E211FBF619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0" y="1321"/>
              <a:ext cx="139" cy="1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>
                  <a:latin typeface="Times New Roman" panose="02020603050405020304" pitchFamily="18" charset="0"/>
                </a:rPr>
                <a:t>+</a:t>
              </a:r>
            </a:p>
          </p:txBody>
        </p:sp>
      </p:grpSp>
      <p:sp>
        <p:nvSpPr>
          <p:cNvPr id="161823" name="Rectangle 31">
            <a:extLst>
              <a:ext uri="{FF2B5EF4-FFF2-40B4-BE49-F238E27FC236}">
                <a16:creationId xmlns:a16="http://schemas.microsoft.com/office/drawing/2014/main" id="{804DA4A9-2D6C-92F2-238A-F313331C5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8250" y="1066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 i="1">
                <a:solidFill>
                  <a:srgbClr val="00FFCC"/>
                </a:solidFill>
                <a:latin typeface="Times New Roman" panose="02020603050405020304" pitchFamily="18" charset="0"/>
              </a:rPr>
              <a:t>Q</a:t>
            </a:r>
            <a:endParaRPr kumimoji="1" lang="en-US" altLang="zh-CN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1824" name="Rectangle 32">
            <a:extLst>
              <a:ext uri="{FF2B5EF4-FFF2-40B4-BE49-F238E27FC236}">
                <a16:creationId xmlns:a16="http://schemas.microsoft.com/office/drawing/2014/main" id="{70EC09F9-FF8A-F07B-3503-12B097EF0F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1782763"/>
            <a:ext cx="9144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3200" b="1" i="1">
                <a:solidFill>
                  <a:srgbClr val="00FFCC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sz="3200" b="1">
                <a:solidFill>
                  <a:schemeClr val="bg1"/>
                </a:solidFill>
                <a:latin typeface="Bookman Old Style" panose="02050604050505020204" pitchFamily="18" charset="0"/>
              </a:rPr>
              <a:t>↑</a:t>
            </a:r>
          </a:p>
        </p:txBody>
      </p:sp>
      <p:sp>
        <p:nvSpPr>
          <p:cNvPr id="161825" name="Rectangle 33">
            <a:extLst>
              <a:ext uri="{FF2B5EF4-FFF2-40B4-BE49-F238E27FC236}">
                <a16:creationId xmlns:a16="http://schemas.microsoft.com/office/drawing/2014/main" id="{260C2CD0-D479-EA59-E2E9-3F22609FEE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3988" y="1047750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 i="1">
                <a:solidFill>
                  <a:srgbClr val="00FFCC"/>
                </a:solidFill>
                <a:latin typeface="Times New Roman" panose="02020603050405020304" pitchFamily="18" charset="0"/>
              </a:rPr>
              <a:t>E</a:t>
            </a:r>
            <a:endParaRPr kumimoji="1" lang="en-US" altLang="zh-CN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1826" name="Rectangle 34">
            <a:extLst>
              <a:ext uri="{FF2B5EF4-FFF2-40B4-BE49-F238E27FC236}">
                <a16:creationId xmlns:a16="http://schemas.microsoft.com/office/drawing/2014/main" id="{12EA72B2-31DB-D2C8-CDD9-E513586D4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9075" y="990600"/>
            <a:ext cx="593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3200" b="1">
                <a:solidFill>
                  <a:schemeClr val="bg1"/>
                </a:solidFill>
                <a:latin typeface="Times New Roman" panose="02020603050405020304" pitchFamily="18" charset="0"/>
              </a:rPr>
              <a:t>↑</a:t>
            </a:r>
          </a:p>
        </p:txBody>
      </p:sp>
      <p:sp>
        <p:nvSpPr>
          <p:cNvPr id="161827" name="Text Box 35">
            <a:extLst>
              <a:ext uri="{FF2B5EF4-FFF2-40B4-BE49-F238E27FC236}">
                <a16:creationId xmlns:a16="http://schemas.microsoft.com/office/drawing/2014/main" id="{C9EFD092-91B5-953A-13F4-440274B6CE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" y="4264025"/>
            <a:ext cx="7772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1" lang="zh-CN" altLang="en-US" sz="2400" b="1">
                <a:solidFill>
                  <a:srgbClr val="66FF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求</a:t>
            </a:r>
            <a:r>
              <a:rPr kumimoji="1" lang="zh-CN" altLang="en-US" sz="2400" b="1">
                <a:solidFill>
                  <a:srgbClr val="66FFFF"/>
                </a:solidFill>
                <a:latin typeface="宋体" panose="02010600030101010101" pitchFamily="2" charset="-122"/>
              </a:rPr>
              <a:t>半径为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R </a:t>
            </a:r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</a:rPr>
              <a:t>的</a:t>
            </a:r>
            <a:r>
              <a:rPr kumimoji="1" lang="zh-CN" altLang="en-US" sz="2400" b="1">
                <a:solidFill>
                  <a:srgbClr val="66FFFF"/>
                </a:solidFill>
                <a:latin typeface="宋体" panose="02010600030101010101" pitchFamily="2" charset="-122"/>
              </a:rPr>
              <a:t>孤立导体球的电容</a:t>
            </a:r>
            <a:r>
              <a:rPr kumimoji="1" lang="en-US" altLang="zh-CN" sz="2400" b="1">
                <a:solidFill>
                  <a:srgbClr val="66FFFF"/>
                </a:solidFill>
                <a:latin typeface="宋体" panose="02010600030101010101" pitchFamily="2" charset="-122"/>
              </a:rPr>
              <a:t>.</a:t>
            </a:r>
          </a:p>
        </p:txBody>
      </p:sp>
      <p:sp>
        <p:nvSpPr>
          <p:cNvPr id="161828" name="Text Box 36">
            <a:extLst>
              <a:ext uri="{FF2B5EF4-FFF2-40B4-BE49-F238E27FC236}">
                <a16:creationId xmlns:a16="http://schemas.microsoft.com/office/drawing/2014/main" id="{C019CBDE-36C7-0955-2F27-E03843A4C6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738" y="49657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电势为</a:t>
            </a:r>
          </a:p>
        </p:txBody>
      </p:sp>
      <p:graphicFrame>
        <p:nvGraphicFramePr>
          <p:cNvPr id="161829" name="Object 37">
            <a:extLst>
              <a:ext uri="{FF2B5EF4-FFF2-40B4-BE49-F238E27FC236}">
                <a16:creationId xmlns:a16="http://schemas.microsoft.com/office/drawing/2014/main" id="{6BC8FBE4-7AA2-A25F-A613-8C387E5EBF86}"/>
              </a:ext>
            </a:extLst>
          </p:cNvPr>
          <p:cNvGraphicFramePr>
            <a:graphicFrameLocks/>
          </p:cNvGraphicFramePr>
          <p:nvPr/>
        </p:nvGraphicFramePr>
        <p:xfrm>
          <a:off x="2495550" y="4760913"/>
          <a:ext cx="1612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495521" imgH="800100" progId="Equation.3">
                  <p:embed/>
                </p:oleObj>
              </mc:Choice>
              <mc:Fallback>
                <p:oleObj name="Equation" r:id="rId9" imgW="1495521" imgH="800100" progId="Equation.3">
                  <p:embed/>
                  <p:pic>
                    <p:nvPicPr>
                      <p:cNvPr id="0" name="Object 37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4760913"/>
                        <a:ext cx="1612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30" name="Object 38">
            <a:extLst>
              <a:ext uri="{FF2B5EF4-FFF2-40B4-BE49-F238E27FC236}">
                <a16:creationId xmlns:a16="http://schemas.microsoft.com/office/drawing/2014/main" id="{BAB160ED-C90C-961C-5633-4D1B587C621E}"/>
              </a:ext>
            </a:extLst>
          </p:cNvPr>
          <p:cNvGraphicFramePr>
            <a:graphicFrameLocks/>
          </p:cNvGraphicFramePr>
          <p:nvPr/>
        </p:nvGraphicFramePr>
        <p:xfrm>
          <a:off x="2460625" y="5759450"/>
          <a:ext cx="15478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47859" imgH="323850" progId="Equation.3">
                  <p:embed/>
                </p:oleObj>
              </mc:Choice>
              <mc:Fallback>
                <p:oleObj name="Equation" r:id="rId11" imgW="1447859" imgH="323850" progId="Equation.3">
                  <p:embed/>
                  <p:pic>
                    <p:nvPicPr>
                      <p:cNvPr id="0" name="Object 38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0625" y="5759450"/>
                        <a:ext cx="15478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1831" name="Text Box 39">
            <a:extLst>
              <a:ext uri="{FF2B5EF4-FFF2-40B4-BE49-F238E27FC236}">
                <a16:creationId xmlns:a16="http://schemas.microsoft.com/office/drawing/2014/main" id="{5F38AA68-1766-4DFB-CE49-EBDE707AD7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975" y="5703888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电容为</a:t>
            </a:r>
          </a:p>
        </p:txBody>
      </p:sp>
      <p:sp>
        <p:nvSpPr>
          <p:cNvPr id="161832" name="Oval 40">
            <a:extLst>
              <a:ext uri="{FF2B5EF4-FFF2-40B4-BE49-F238E27FC236}">
                <a16:creationId xmlns:a16="http://schemas.microsoft.com/office/drawing/2014/main" id="{9116BDA0-8612-A606-5C84-7B04439D41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0" y="4281488"/>
            <a:ext cx="1422400" cy="1422400"/>
          </a:xfrm>
          <a:prstGeom prst="ellipse">
            <a:avLst/>
          </a:prstGeom>
          <a:gradFill rotWithShape="0">
            <a:gsLst>
              <a:gs pos="0">
                <a:srgbClr val="FF6600"/>
              </a:gs>
              <a:gs pos="100000">
                <a:srgbClr val="FFFF00"/>
              </a:gs>
            </a:gsLst>
            <a:path path="shape">
              <a:fillToRect l="50000" t="50000" r="50000" b="50000"/>
            </a:path>
          </a:gradFill>
          <a:ln w="38100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61833" name="Line 41">
            <a:extLst>
              <a:ext uri="{FF2B5EF4-FFF2-40B4-BE49-F238E27FC236}">
                <a16:creationId xmlns:a16="http://schemas.microsoft.com/office/drawing/2014/main" id="{D7620E23-3535-9A28-818E-F328DF9E58AD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7642225" y="4941888"/>
            <a:ext cx="407988" cy="601662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1834" name="Text Box 42">
            <a:extLst>
              <a:ext uri="{FF2B5EF4-FFF2-40B4-BE49-F238E27FC236}">
                <a16:creationId xmlns:a16="http://schemas.microsoft.com/office/drawing/2014/main" id="{D3CAB7D3-1480-5E91-DECE-97FCD2D7E3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3513" y="4814888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</a:rPr>
              <a:t>R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1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1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1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1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18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18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61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61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61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61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61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61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1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61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61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61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61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61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618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61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61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61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61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4" grpId="0" autoUpdateAnimBg="0"/>
      <p:bldP spid="161795" grpId="0" build="p" autoUpdateAnimBg="0"/>
      <p:bldP spid="161797" grpId="0" animBg="1"/>
      <p:bldP spid="161798" grpId="0" autoUpdateAnimBg="0"/>
      <p:bldP spid="161800" grpId="0" autoUpdateAnimBg="0"/>
      <p:bldP spid="161802" grpId="0" autoUpdateAnimBg="0"/>
      <p:bldP spid="161804" grpId="0" animBg="1" autoUpdateAnimBg="0"/>
      <p:bldP spid="161823" grpId="0" autoUpdateAnimBg="0"/>
      <p:bldP spid="161824" grpId="0" autoUpdateAnimBg="0"/>
      <p:bldP spid="161825" grpId="0" autoUpdateAnimBg="0"/>
      <p:bldP spid="161826" grpId="0" autoUpdateAnimBg="0"/>
      <p:bldP spid="161827" grpId="0" autoUpdateAnimBg="0"/>
      <p:bldP spid="161828" grpId="0" autoUpdateAnimBg="0"/>
      <p:bldP spid="161831" grpId="0" autoUpdateAnimBg="0"/>
      <p:bldP spid="161832" grpId="0" animBg="1" autoUpdateAnimBg="0"/>
      <p:bldP spid="161834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2" name="Group 13">
            <a:extLst>
              <a:ext uri="{FF2B5EF4-FFF2-40B4-BE49-F238E27FC236}">
                <a16:creationId xmlns:a16="http://schemas.microsoft.com/office/drawing/2014/main" id="{2E3AC1D6-E67A-CA51-FDA9-8A64C9022A91}"/>
              </a:ext>
            </a:extLst>
          </p:cNvPr>
          <p:cNvGrpSpPr>
            <a:grpSpLocks/>
          </p:cNvGrpSpPr>
          <p:nvPr/>
        </p:nvGrpSpPr>
        <p:grpSpPr bwMode="auto">
          <a:xfrm>
            <a:off x="5494338" y="1600200"/>
            <a:ext cx="2286000" cy="571500"/>
            <a:chOff x="3984" y="1416"/>
            <a:chExt cx="1440" cy="360"/>
          </a:xfrm>
        </p:grpSpPr>
        <p:sp>
          <p:nvSpPr>
            <p:cNvPr id="20504" name="AutoShape 14">
              <a:extLst>
                <a:ext uri="{FF2B5EF4-FFF2-40B4-BE49-F238E27FC236}">
                  <a16:creationId xmlns:a16="http://schemas.microsoft.com/office/drawing/2014/main" id="{7F5C747B-D52D-6097-4A0E-1F697CD5F9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1440"/>
              <a:ext cx="1440" cy="336"/>
            </a:xfrm>
            <a:prstGeom prst="can">
              <a:avLst>
                <a:gd name="adj" fmla="val 50000"/>
              </a:avLst>
            </a:prstGeom>
            <a:solidFill>
              <a:schemeClr val="bg2"/>
            </a:solidFill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505" name="Oval 15">
              <a:extLst>
                <a:ext uri="{FF2B5EF4-FFF2-40B4-BE49-F238E27FC236}">
                  <a16:creationId xmlns:a16="http://schemas.microsoft.com/office/drawing/2014/main" id="{1EF97D39-F18E-C4C0-546B-B268CE3171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1416"/>
              <a:ext cx="1440" cy="192"/>
            </a:xfrm>
            <a:prstGeom prst="ellipse">
              <a:avLst/>
            </a:prstGeom>
            <a:solidFill>
              <a:srgbClr val="4D4D4D"/>
            </a:solidFill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20483" name="AutoShape 16" descr="粉色砂纸">
            <a:extLst>
              <a:ext uri="{FF2B5EF4-FFF2-40B4-BE49-F238E27FC236}">
                <a16:creationId xmlns:a16="http://schemas.microsoft.com/office/drawing/2014/main" id="{5D7CAB2B-985B-C029-1735-1ED760C15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4338" y="1447800"/>
            <a:ext cx="2273300" cy="457200"/>
          </a:xfrm>
          <a:prstGeom prst="can">
            <a:avLst>
              <a:gd name="adj" fmla="val 50000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484" name="Text Box 17">
            <a:extLst>
              <a:ext uri="{FF2B5EF4-FFF2-40B4-BE49-F238E27FC236}">
                <a16:creationId xmlns:a16="http://schemas.microsoft.com/office/drawing/2014/main" id="{ADA8FCD5-F3ED-0F93-DD8C-9A4E538770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3" y="944563"/>
            <a:ext cx="37338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通常，由彼此绝缘相距很近的两导体构成电容器。</a:t>
            </a:r>
          </a:p>
        </p:txBody>
      </p:sp>
      <p:sp>
        <p:nvSpPr>
          <p:cNvPr id="20485" name="AutoShape 18">
            <a:extLst>
              <a:ext uri="{FF2B5EF4-FFF2-40B4-BE49-F238E27FC236}">
                <a16:creationId xmlns:a16="http://schemas.microsoft.com/office/drawing/2014/main" id="{FB07A27E-A822-29CE-7183-ABCD79324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4338" y="1181100"/>
            <a:ext cx="2286000" cy="533400"/>
          </a:xfrm>
          <a:prstGeom prst="can">
            <a:avLst>
              <a:gd name="adj" fmla="val 50000"/>
            </a:avLst>
          </a:prstGeom>
          <a:solidFill>
            <a:schemeClr val="bg2"/>
          </a:solidFill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486" name="AutoShape 19">
            <a:extLst>
              <a:ext uri="{FF2B5EF4-FFF2-40B4-BE49-F238E27FC236}">
                <a16:creationId xmlns:a16="http://schemas.microsoft.com/office/drawing/2014/main" id="{682E73A2-097B-C14E-AD3E-72D61917CC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7738" y="585788"/>
            <a:ext cx="838200" cy="428625"/>
          </a:xfrm>
          <a:prstGeom prst="wedgeRoundRectCallout">
            <a:avLst>
              <a:gd name="adj1" fmla="val -10986"/>
              <a:gd name="adj2" fmla="val 112963"/>
              <a:gd name="adj3" fmla="val 16667"/>
            </a:avLst>
          </a:prstGeom>
          <a:noFill/>
          <a:ln w="19050">
            <a:solidFill>
              <a:srgbClr val="66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6969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000" b="1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极板</a:t>
            </a:r>
          </a:p>
        </p:txBody>
      </p:sp>
      <p:sp>
        <p:nvSpPr>
          <p:cNvPr id="20487" name="AutoShape 20">
            <a:extLst>
              <a:ext uri="{FF2B5EF4-FFF2-40B4-BE49-F238E27FC236}">
                <a16:creationId xmlns:a16="http://schemas.microsoft.com/office/drawing/2014/main" id="{DAEAFBE3-1A73-AF2C-1687-99C7182303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4338" y="2262188"/>
            <a:ext cx="838200" cy="457200"/>
          </a:xfrm>
          <a:prstGeom prst="wedgeRoundRectCallout">
            <a:avLst>
              <a:gd name="adj1" fmla="val -9847"/>
              <a:gd name="adj2" fmla="val -106250"/>
              <a:gd name="adj3" fmla="val 16667"/>
            </a:avLst>
          </a:prstGeom>
          <a:noFill/>
          <a:ln w="19050">
            <a:solidFill>
              <a:srgbClr val="66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6969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000" b="1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极板</a:t>
            </a:r>
          </a:p>
        </p:txBody>
      </p:sp>
      <p:grpSp>
        <p:nvGrpSpPr>
          <p:cNvPr id="20488" name="Group 21">
            <a:extLst>
              <a:ext uri="{FF2B5EF4-FFF2-40B4-BE49-F238E27FC236}">
                <a16:creationId xmlns:a16="http://schemas.microsoft.com/office/drawing/2014/main" id="{106603FC-7D35-558A-C5AF-EA22B3E2D61B}"/>
              </a:ext>
            </a:extLst>
          </p:cNvPr>
          <p:cNvGrpSpPr>
            <a:grpSpLocks/>
          </p:cNvGrpSpPr>
          <p:nvPr/>
        </p:nvGrpSpPr>
        <p:grpSpPr bwMode="auto">
          <a:xfrm>
            <a:off x="6332538" y="1257300"/>
            <a:ext cx="630237" cy="976313"/>
            <a:chOff x="4529" y="2327"/>
            <a:chExt cx="397" cy="615"/>
          </a:xfrm>
        </p:grpSpPr>
        <p:sp>
          <p:nvSpPr>
            <p:cNvPr id="20502" name="Rectangle 22">
              <a:extLst>
                <a:ext uri="{FF2B5EF4-FFF2-40B4-BE49-F238E27FC236}">
                  <a16:creationId xmlns:a16="http://schemas.microsoft.com/office/drawing/2014/main" id="{FE678444-C13F-5CD1-3FE6-36A71168C0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9" y="2327"/>
              <a:ext cx="39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 b="1">
                  <a:solidFill>
                    <a:srgbClr val="FFFF00"/>
                  </a:solidFill>
                  <a:latin typeface="Times New Roman" panose="02020603050405020304" pitchFamily="18" charset="0"/>
                </a:rPr>
                <a:t>+</a:t>
              </a:r>
              <a:r>
                <a:rPr kumimoji="1" lang="en-US" altLang="zh-CN" sz="2800" b="1">
                  <a:solidFill>
                    <a:srgbClr val="FFFF00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000" b="1" i="1">
                  <a:solidFill>
                    <a:srgbClr val="FFFF00"/>
                  </a:solidFill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20503" name="Rectangle 23">
              <a:extLst>
                <a:ext uri="{FF2B5EF4-FFF2-40B4-BE49-F238E27FC236}">
                  <a16:creationId xmlns:a16="http://schemas.microsoft.com/office/drawing/2014/main" id="{101EC87A-3921-F843-E95A-D4A9D23F6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2615"/>
              <a:ext cx="34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800" b="1">
                  <a:solidFill>
                    <a:srgbClr val="FFFF00"/>
                  </a:solidFill>
                  <a:latin typeface="Times New Roman" panose="02020603050405020304" pitchFamily="18" charset="0"/>
                </a:rPr>
                <a:t>-</a:t>
              </a:r>
              <a:r>
                <a:rPr kumimoji="1" lang="en-US" altLang="zh-CN" sz="2000" b="1">
                  <a:solidFill>
                    <a:srgbClr val="FFFF00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000" b="1" i="1">
                  <a:solidFill>
                    <a:srgbClr val="FFFF00"/>
                  </a:solidFill>
                  <a:latin typeface="Times New Roman" panose="02020603050405020304" pitchFamily="18" charset="0"/>
                </a:rPr>
                <a:t>Q</a:t>
              </a:r>
            </a:p>
          </p:txBody>
        </p:sp>
      </p:grpSp>
      <p:grpSp>
        <p:nvGrpSpPr>
          <p:cNvPr id="20489" name="Group 24">
            <a:extLst>
              <a:ext uri="{FF2B5EF4-FFF2-40B4-BE49-F238E27FC236}">
                <a16:creationId xmlns:a16="http://schemas.microsoft.com/office/drawing/2014/main" id="{67856A59-4A43-EEED-09BE-E9DF24CED785}"/>
              </a:ext>
            </a:extLst>
          </p:cNvPr>
          <p:cNvGrpSpPr>
            <a:grpSpLocks/>
          </p:cNvGrpSpPr>
          <p:nvPr/>
        </p:nvGrpSpPr>
        <p:grpSpPr bwMode="auto">
          <a:xfrm>
            <a:off x="7812088" y="1273175"/>
            <a:ext cx="896937" cy="847725"/>
            <a:chOff x="5204" y="1019"/>
            <a:chExt cx="565" cy="520"/>
          </a:xfrm>
        </p:grpSpPr>
        <p:sp>
          <p:nvSpPr>
            <p:cNvPr id="20497" name="Line 25">
              <a:extLst>
                <a:ext uri="{FF2B5EF4-FFF2-40B4-BE49-F238E27FC236}">
                  <a16:creationId xmlns:a16="http://schemas.microsoft.com/office/drawing/2014/main" id="{C7EC836F-88A6-A279-D768-5C48D82750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2" y="1224"/>
              <a:ext cx="129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8" name="Line 26">
              <a:extLst>
                <a:ext uri="{FF2B5EF4-FFF2-40B4-BE49-F238E27FC236}">
                  <a16:creationId xmlns:a16="http://schemas.microsoft.com/office/drawing/2014/main" id="{8D89AA45-3C46-F7D8-040B-DBBB98EAD0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2" y="1320"/>
              <a:ext cx="129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9" name="Line 27">
              <a:extLst>
                <a:ext uri="{FF2B5EF4-FFF2-40B4-BE49-F238E27FC236}">
                  <a16:creationId xmlns:a16="http://schemas.microsoft.com/office/drawing/2014/main" id="{3023042F-00C7-17C3-7B03-21FF54106C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8" y="1056"/>
              <a:ext cx="0" cy="168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0" name="Line 28">
              <a:extLst>
                <a:ext uri="{FF2B5EF4-FFF2-40B4-BE49-F238E27FC236}">
                  <a16:creationId xmlns:a16="http://schemas.microsoft.com/office/drawing/2014/main" id="{D981E44C-F2A6-E8C4-522E-AC1D24A340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88" y="1320"/>
              <a:ext cx="0" cy="219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1" name="Rectangle 29">
              <a:extLst>
                <a:ext uri="{FF2B5EF4-FFF2-40B4-BE49-F238E27FC236}">
                  <a16:creationId xmlns:a16="http://schemas.microsoft.com/office/drawing/2014/main" id="{4401BF09-DF02-2DEC-2D15-D3831E0286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4" y="1019"/>
              <a:ext cx="565" cy="3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 sz="2800" b="1">
                  <a:solidFill>
                    <a:srgbClr val="FFFF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   </a:t>
              </a:r>
              <a:r>
                <a:rPr kumimoji="1" lang="en-US" altLang="zh-CN" sz="3600" i="1">
                  <a:solidFill>
                    <a:srgbClr val="FFFF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u</a:t>
              </a:r>
              <a:endParaRPr kumimoji="1" lang="en-US" altLang="zh-CN" sz="3600" i="1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20490" name="Object 30">
            <a:extLst>
              <a:ext uri="{FF2B5EF4-FFF2-40B4-BE49-F238E27FC236}">
                <a16:creationId xmlns:a16="http://schemas.microsoft.com/office/drawing/2014/main" id="{43A0303E-DEA7-FEDF-8EA3-14437AA78F9E}"/>
              </a:ext>
            </a:extLst>
          </p:cNvPr>
          <p:cNvGraphicFramePr>
            <a:graphicFrameLocks/>
          </p:cNvGraphicFramePr>
          <p:nvPr/>
        </p:nvGraphicFramePr>
        <p:xfrm>
          <a:off x="2314575" y="3238500"/>
          <a:ext cx="11049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90659" imgH="285750" progId="Equation.3">
                  <p:embed/>
                </p:oleObj>
              </mc:Choice>
              <mc:Fallback>
                <p:oleObj name="Equation" r:id="rId3" imgW="990659" imgH="285750" progId="Equation.3">
                  <p:embed/>
                  <p:pic>
                    <p:nvPicPr>
                      <p:cNvPr id="0" name="Object 30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4575" y="3238500"/>
                        <a:ext cx="11049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1" name="Rectangle 31">
            <a:extLst>
              <a:ext uri="{FF2B5EF4-FFF2-40B4-BE49-F238E27FC236}">
                <a16:creationId xmlns:a16="http://schemas.microsoft.com/office/drawing/2014/main" id="{7D64276A-0E26-7F85-F208-4C8F04928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022475"/>
            <a:ext cx="2635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使两导体极板带电</a:t>
            </a:r>
          </a:p>
        </p:txBody>
      </p:sp>
      <p:graphicFrame>
        <p:nvGraphicFramePr>
          <p:cNvPr id="20492" name="Object 32">
            <a:extLst>
              <a:ext uri="{FF2B5EF4-FFF2-40B4-BE49-F238E27FC236}">
                <a16:creationId xmlns:a16="http://schemas.microsoft.com/office/drawing/2014/main" id="{92E4ED7A-7BB1-EEE8-7CA3-0C2B6FAFF043}"/>
              </a:ext>
            </a:extLst>
          </p:cNvPr>
          <p:cNvGraphicFramePr>
            <a:graphicFrameLocks/>
          </p:cNvGraphicFramePr>
          <p:nvPr/>
        </p:nvGraphicFramePr>
        <p:xfrm>
          <a:off x="3378200" y="2076450"/>
          <a:ext cx="5588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57200" imgH="285750" progId="Equation.3">
                  <p:embed/>
                </p:oleObj>
              </mc:Choice>
              <mc:Fallback>
                <p:oleObj name="Equation" r:id="rId5" imgW="457200" imgH="285750" progId="Equation.3">
                  <p:embed/>
                  <p:pic>
                    <p:nvPicPr>
                      <p:cNvPr id="0" name="Object 32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8200" y="2076450"/>
                        <a:ext cx="5588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3" name="Text Box 33">
            <a:extLst>
              <a:ext uri="{FF2B5EF4-FFF2-40B4-BE49-F238E27FC236}">
                <a16:creationId xmlns:a16="http://schemas.microsoft.com/office/drawing/2014/main" id="{4AAB7F4B-44E7-4AF2-B592-1FAC01944B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622550"/>
            <a:ext cx="35226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两导体极板的电势差</a:t>
            </a:r>
          </a:p>
        </p:txBody>
      </p:sp>
      <p:sp>
        <p:nvSpPr>
          <p:cNvPr id="20494" name="Rectangle 35">
            <a:extLst>
              <a:ext uri="{FF2B5EF4-FFF2-40B4-BE49-F238E27FC236}">
                <a16:creationId xmlns:a16="http://schemas.microsoft.com/office/drawing/2014/main" id="{4F795E7D-1927-7DD9-47E7-C856014DB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8" y="4095750"/>
            <a:ext cx="2022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电容器的电容</a:t>
            </a:r>
          </a:p>
        </p:txBody>
      </p:sp>
      <p:graphicFrame>
        <p:nvGraphicFramePr>
          <p:cNvPr id="20495" name="Object 36">
            <a:extLst>
              <a:ext uri="{FF2B5EF4-FFF2-40B4-BE49-F238E27FC236}">
                <a16:creationId xmlns:a16="http://schemas.microsoft.com/office/drawing/2014/main" id="{B5F51EC7-C9F9-2044-891B-EDA44A3A0CE7}"/>
              </a:ext>
            </a:extLst>
          </p:cNvPr>
          <p:cNvGraphicFramePr>
            <a:graphicFrameLocks/>
          </p:cNvGraphicFramePr>
          <p:nvPr/>
        </p:nvGraphicFramePr>
        <p:xfrm>
          <a:off x="2916238" y="3919538"/>
          <a:ext cx="1079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71594" imgH="714375" progId="Equation.3">
                  <p:embed/>
                </p:oleObj>
              </mc:Choice>
              <mc:Fallback>
                <p:oleObj name="Equation" r:id="rId7" imgW="971594" imgH="714375" progId="Equation.3">
                  <p:embed/>
                  <p:pic>
                    <p:nvPicPr>
                      <p:cNvPr id="0" name="Object 36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3919538"/>
                        <a:ext cx="1079500" cy="8255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6" name="Text Box 37">
            <a:extLst>
              <a:ext uri="{FF2B5EF4-FFF2-40B4-BE49-F238E27FC236}">
                <a16:creationId xmlns:a16="http://schemas.microsoft.com/office/drawing/2014/main" id="{4CE9B97D-36F8-EABC-DCB3-6D3D4989B6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325" y="319088"/>
            <a:ext cx="43846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四</a:t>
            </a:r>
            <a:r>
              <a:rPr kumimoji="1" lang="en-US" altLang="zh-CN" sz="2800" b="1">
                <a:solidFill>
                  <a:srgbClr val="FFFF00"/>
                </a:solidFill>
                <a:latin typeface="宋体" panose="02010600030101010101" pitchFamily="2" charset="-122"/>
              </a:rPr>
              <a:t>.</a:t>
            </a:r>
            <a:r>
              <a:rPr kumimoji="1" lang="en-US" altLang="zh-CN" sz="2800" b="1">
                <a:solidFill>
                  <a:srgbClr val="FFFF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电容器的电容</a:t>
            </a:r>
          </a:p>
        </p:txBody>
      </p:sp>
    </p:spTree>
  </p:cSld>
  <p:clrMapOvr>
    <a:masterClrMapping/>
  </p:clrMapOvr>
  <p:transition spd="slow">
    <p:wipe dir="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Text Box 2">
            <a:extLst>
              <a:ext uri="{FF2B5EF4-FFF2-40B4-BE49-F238E27FC236}">
                <a16:creationId xmlns:a16="http://schemas.microsoft.com/office/drawing/2014/main" id="{0A635299-2970-403C-2967-3CC5EA0B0A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462088"/>
            <a:ext cx="3886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rgbClr val="FFFF66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</a:t>
            </a:r>
            <a:r>
              <a:rPr kumimoji="1" lang="zh-CN" altLang="en-US" sz="2800" b="1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</a:rPr>
              <a:t>电容器电容的计算</a:t>
            </a:r>
          </a:p>
        </p:txBody>
      </p:sp>
      <p:sp>
        <p:nvSpPr>
          <p:cNvPr id="163843" name="Text Box 3">
            <a:extLst>
              <a:ext uri="{FF2B5EF4-FFF2-40B4-BE49-F238E27FC236}">
                <a16:creationId xmlns:a16="http://schemas.microsoft.com/office/drawing/2014/main" id="{B4FFBA10-A688-82BF-4377-8FCB52ACAE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338" y="2143125"/>
            <a:ext cx="590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3200" b="1">
                <a:solidFill>
                  <a:srgbClr val="FFFF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i="1">
                <a:solidFill>
                  <a:srgbClr val="FFCC00"/>
                </a:solidFill>
                <a:latin typeface="Times New Roman" panose="02020603050405020304" pitchFamily="18" charset="0"/>
              </a:rPr>
              <a:t>Q</a:t>
            </a:r>
            <a:endParaRPr kumimoji="1" lang="en-US" altLang="zh-CN" sz="2400" b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63844" name="Object 4">
            <a:extLst>
              <a:ext uri="{FF2B5EF4-FFF2-40B4-BE49-F238E27FC236}">
                <a16:creationId xmlns:a16="http://schemas.microsoft.com/office/drawing/2014/main" id="{6A35D8C3-32CF-B5EC-70F3-DF1C57FC056B}"/>
              </a:ext>
            </a:extLst>
          </p:cNvPr>
          <p:cNvGraphicFramePr>
            <a:graphicFrameLocks/>
          </p:cNvGraphicFramePr>
          <p:nvPr/>
        </p:nvGraphicFramePr>
        <p:xfrm>
          <a:off x="2205038" y="2338388"/>
          <a:ext cx="279400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1582" imgH="228600" progId="Equation.3">
                  <p:embed/>
                </p:oleObj>
              </mc:Choice>
              <mc:Fallback>
                <p:oleObj name="Equation" r:id="rId2" imgW="171582" imgH="228600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5038" y="2338388"/>
                        <a:ext cx="279400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45" name="AutoShape 5">
            <a:extLst>
              <a:ext uri="{FF2B5EF4-FFF2-40B4-BE49-F238E27FC236}">
                <a16:creationId xmlns:a16="http://schemas.microsoft.com/office/drawing/2014/main" id="{617B41EB-B310-C2A3-7013-8A1AB967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363" y="2341563"/>
            <a:ext cx="600075" cy="304800"/>
          </a:xfrm>
          <a:prstGeom prst="rightArrow">
            <a:avLst>
              <a:gd name="adj1" fmla="val 50000"/>
              <a:gd name="adj2" fmla="val 49219"/>
            </a:avLst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63846" name="Object 6">
            <a:extLst>
              <a:ext uri="{FF2B5EF4-FFF2-40B4-BE49-F238E27FC236}">
                <a16:creationId xmlns:a16="http://schemas.microsoft.com/office/drawing/2014/main" id="{83BBDB17-2D2C-B89E-A37A-EE19DF6C0BB7}"/>
              </a:ext>
            </a:extLst>
          </p:cNvPr>
          <p:cNvGraphicFramePr>
            <a:graphicFrameLocks/>
          </p:cNvGraphicFramePr>
          <p:nvPr/>
        </p:nvGraphicFramePr>
        <p:xfrm>
          <a:off x="3792538" y="2362200"/>
          <a:ext cx="496887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80941" imgH="190500" progId="Equation.3">
                  <p:embed/>
                </p:oleObj>
              </mc:Choice>
              <mc:Fallback>
                <p:oleObj name="Equation" r:id="rId4" imgW="380941" imgH="190500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2538" y="2362200"/>
                        <a:ext cx="496887" cy="306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47" name="AutoShape 7">
            <a:extLst>
              <a:ext uri="{FF2B5EF4-FFF2-40B4-BE49-F238E27FC236}">
                <a16:creationId xmlns:a16="http://schemas.microsoft.com/office/drawing/2014/main" id="{644688BB-DB12-7C29-D4FF-FDACF7444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75" y="2341563"/>
            <a:ext cx="617538" cy="327025"/>
          </a:xfrm>
          <a:prstGeom prst="rightArrow">
            <a:avLst>
              <a:gd name="adj1" fmla="val 50000"/>
              <a:gd name="adj2" fmla="val 47209"/>
            </a:avLst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63848" name="Object 8">
            <a:extLst>
              <a:ext uri="{FF2B5EF4-FFF2-40B4-BE49-F238E27FC236}">
                <a16:creationId xmlns:a16="http://schemas.microsoft.com/office/drawing/2014/main" id="{3EFD2DE7-0D42-C607-7B83-C5FBC88051B6}"/>
              </a:ext>
            </a:extLst>
          </p:cNvPr>
          <p:cNvGraphicFramePr>
            <a:graphicFrameLocks/>
          </p:cNvGraphicFramePr>
          <p:nvPr/>
        </p:nvGraphicFramePr>
        <p:xfrm>
          <a:off x="5697538" y="2095500"/>
          <a:ext cx="1144587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28788" imgH="714375" progId="Equation.3">
                  <p:embed/>
                </p:oleObj>
              </mc:Choice>
              <mc:Fallback>
                <p:oleObj name="Equation" r:id="rId6" imgW="1028788" imgH="714375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7538" y="2095500"/>
                        <a:ext cx="1144587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49" name="AutoShape 9">
            <a:extLst>
              <a:ext uri="{FF2B5EF4-FFF2-40B4-BE49-F238E27FC236}">
                <a16:creationId xmlns:a16="http://schemas.microsoft.com/office/drawing/2014/main" id="{A856271B-F068-AF28-FF01-87581C2E4D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2335213"/>
            <a:ext cx="611188" cy="338137"/>
          </a:xfrm>
          <a:prstGeom prst="rightArrow">
            <a:avLst>
              <a:gd name="adj1" fmla="val 50000"/>
              <a:gd name="adj2" fmla="val 45188"/>
            </a:avLst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3850" name="Rectangle 10">
            <a:extLst>
              <a:ext uri="{FF2B5EF4-FFF2-40B4-BE49-F238E27FC236}">
                <a16:creationId xmlns:a16="http://schemas.microsoft.com/office/drawing/2014/main" id="{FB7273EC-6C84-0D9D-C505-79A9091B7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33375"/>
            <a:ext cx="81534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电容器电容的大小取决于极板的形状、大小、相对位置以及极板间介质。</a:t>
            </a:r>
          </a:p>
        </p:txBody>
      </p:sp>
      <p:pic>
        <p:nvPicPr>
          <p:cNvPr id="12385" name="Picture 97">
            <a:extLst>
              <a:ext uri="{FF2B5EF4-FFF2-40B4-BE49-F238E27FC236}">
                <a16:creationId xmlns:a16="http://schemas.microsoft.com/office/drawing/2014/main" id="{9A9DCDA6-3E46-076D-AFFC-B89BD9A77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613" y="3429000"/>
            <a:ext cx="6818312" cy="227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3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3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3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3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3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42" grpId="0" autoUpdateAnimBg="0"/>
      <p:bldP spid="163843" grpId="0" autoUpdateAnimBg="0"/>
      <p:bldP spid="163845" grpId="0" animBg="1"/>
      <p:bldP spid="163847" grpId="0" animBg="1"/>
      <p:bldP spid="163849" grpId="0" animBg="1"/>
      <p:bldP spid="163850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2">
            <a:extLst>
              <a:ext uri="{FF2B5EF4-FFF2-40B4-BE49-F238E27FC236}">
                <a16:creationId xmlns:a16="http://schemas.microsoft.com/office/drawing/2014/main" id="{DD311328-CE6E-B6FD-7E12-0EC1D7B19017}"/>
              </a:ext>
            </a:extLst>
          </p:cNvPr>
          <p:cNvGrpSpPr>
            <a:grpSpLocks/>
          </p:cNvGrpSpPr>
          <p:nvPr/>
        </p:nvGrpSpPr>
        <p:grpSpPr bwMode="auto">
          <a:xfrm>
            <a:off x="6069013" y="3494088"/>
            <a:ext cx="1766887" cy="1744662"/>
            <a:chOff x="1568" y="2413"/>
            <a:chExt cx="1113" cy="1099"/>
          </a:xfrm>
        </p:grpSpPr>
        <p:grpSp>
          <p:nvGrpSpPr>
            <p:cNvPr id="22630" name="Group 3">
              <a:extLst>
                <a:ext uri="{FF2B5EF4-FFF2-40B4-BE49-F238E27FC236}">
                  <a16:creationId xmlns:a16="http://schemas.microsoft.com/office/drawing/2014/main" id="{78185D4A-891F-0611-6698-DA23A4835BDC}"/>
                </a:ext>
              </a:extLst>
            </p:cNvPr>
            <p:cNvGrpSpPr>
              <a:grpSpLocks/>
            </p:cNvGrpSpPr>
            <p:nvPr/>
          </p:nvGrpSpPr>
          <p:grpSpPr bwMode="auto">
            <a:xfrm rot="8020800">
              <a:off x="1823" y="2544"/>
              <a:ext cx="1" cy="272"/>
              <a:chOff x="4719" y="3304"/>
              <a:chExt cx="1" cy="272"/>
            </a:xfrm>
          </p:grpSpPr>
          <p:sp>
            <p:nvSpPr>
              <p:cNvPr id="22652" name="Line 4">
                <a:extLst>
                  <a:ext uri="{FF2B5EF4-FFF2-40B4-BE49-F238E27FC236}">
                    <a16:creationId xmlns:a16="http://schemas.microsoft.com/office/drawing/2014/main" id="{7AE1687E-C0AC-8872-3024-B0AA3256C9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20" y="3304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00CC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53" name="Line 5">
                <a:extLst>
                  <a:ext uri="{FF2B5EF4-FFF2-40B4-BE49-F238E27FC236}">
                    <a16:creationId xmlns:a16="http://schemas.microsoft.com/office/drawing/2014/main" id="{24DBEE35-21FF-CF6D-3B6E-EF33082376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19" y="3384"/>
                <a:ext cx="1" cy="192"/>
              </a:xfrm>
              <a:prstGeom prst="line">
                <a:avLst/>
              </a:prstGeom>
              <a:noFill/>
              <a:ln w="28575">
                <a:solidFill>
                  <a:srgbClr val="00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2631" name="Group 6">
              <a:extLst>
                <a:ext uri="{FF2B5EF4-FFF2-40B4-BE49-F238E27FC236}">
                  <a16:creationId xmlns:a16="http://schemas.microsoft.com/office/drawing/2014/main" id="{92088066-27E6-2B44-C6AC-6E9D27BFAF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03" y="3240"/>
              <a:ext cx="1" cy="272"/>
              <a:chOff x="4719" y="3304"/>
              <a:chExt cx="1" cy="272"/>
            </a:xfrm>
          </p:grpSpPr>
          <p:sp>
            <p:nvSpPr>
              <p:cNvPr id="22650" name="Line 7">
                <a:extLst>
                  <a:ext uri="{FF2B5EF4-FFF2-40B4-BE49-F238E27FC236}">
                    <a16:creationId xmlns:a16="http://schemas.microsoft.com/office/drawing/2014/main" id="{8605AECF-F802-9032-3B73-8DA8C9C098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20" y="3304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00CC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51" name="Line 8">
                <a:extLst>
                  <a:ext uri="{FF2B5EF4-FFF2-40B4-BE49-F238E27FC236}">
                    <a16:creationId xmlns:a16="http://schemas.microsoft.com/office/drawing/2014/main" id="{D7C7D75A-5F86-7825-2198-49F1EEFA4A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19" y="3384"/>
                <a:ext cx="1" cy="192"/>
              </a:xfrm>
              <a:prstGeom prst="line">
                <a:avLst/>
              </a:prstGeom>
              <a:noFill/>
              <a:ln w="28575">
                <a:solidFill>
                  <a:srgbClr val="00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2632" name="Group 9">
              <a:extLst>
                <a:ext uri="{FF2B5EF4-FFF2-40B4-BE49-F238E27FC236}">
                  <a16:creationId xmlns:a16="http://schemas.microsoft.com/office/drawing/2014/main" id="{81C0068B-514C-F7D7-1A50-7008F7CFC045}"/>
                </a:ext>
              </a:extLst>
            </p:cNvPr>
            <p:cNvGrpSpPr>
              <a:grpSpLocks/>
            </p:cNvGrpSpPr>
            <p:nvPr/>
          </p:nvGrpSpPr>
          <p:grpSpPr bwMode="auto">
            <a:xfrm rot="3014597">
              <a:off x="1775" y="3105"/>
              <a:ext cx="1" cy="272"/>
              <a:chOff x="4719" y="3304"/>
              <a:chExt cx="1" cy="272"/>
            </a:xfrm>
          </p:grpSpPr>
          <p:sp>
            <p:nvSpPr>
              <p:cNvPr id="22648" name="Line 10">
                <a:extLst>
                  <a:ext uri="{FF2B5EF4-FFF2-40B4-BE49-F238E27FC236}">
                    <a16:creationId xmlns:a16="http://schemas.microsoft.com/office/drawing/2014/main" id="{46473565-6212-C7EE-91F2-D3C5EDBCDB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20" y="3304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00CC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49" name="Line 11">
                <a:extLst>
                  <a:ext uri="{FF2B5EF4-FFF2-40B4-BE49-F238E27FC236}">
                    <a16:creationId xmlns:a16="http://schemas.microsoft.com/office/drawing/2014/main" id="{EA04EF51-DE01-2480-48D7-1DA0619244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19" y="3384"/>
                <a:ext cx="1" cy="192"/>
              </a:xfrm>
              <a:prstGeom prst="line">
                <a:avLst/>
              </a:prstGeom>
              <a:noFill/>
              <a:ln w="28575">
                <a:solidFill>
                  <a:srgbClr val="00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2633" name="Group 12">
              <a:extLst>
                <a:ext uri="{FF2B5EF4-FFF2-40B4-BE49-F238E27FC236}">
                  <a16:creationId xmlns:a16="http://schemas.microsoft.com/office/drawing/2014/main" id="{21E306A8-9430-C639-1FBC-FE6D87A256C8}"/>
                </a:ext>
              </a:extLst>
            </p:cNvPr>
            <p:cNvGrpSpPr>
              <a:grpSpLocks/>
            </p:cNvGrpSpPr>
            <p:nvPr/>
          </p:nvGrpSpPr>
          <p:grpSpPr bwMode="auto">
            <a:xfrm rot="5425276">
              <a:off x="1703" y="2809"/>
              <a:ext cx="1" cy="272"/>
              <a:chOff x="4719" y="3304"/>
              <a:chExt cx="1" cy="272"/>
            </a:xfrm>
          </p:grpSpPr>
          <p:sp>
            <p:nvSpPr>
              <p:cNvPr id="22646" name="Line 13">
                <a:extLst>
                  <a:ext uri="{FF2B5EF4-FFF2-40B4-BE49-F238E27FC236}">
                    <a16:creationId xmlns:a16="http://schemas.microsoft.com/office/drawing/2014/main" id="{00DDBF14-977C-50EB-E0A8-E34E36F70A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20" y="3304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00CC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47" name="Line 14">
                <a:extLst>
                  <a:ext uri="{FF2B5EF4-FFF2-40B4-BE49-F238E27FC236}">
                    <a16:creationId xmlns:a16="http://schemas.microsoft.com/office/drawing/2014/main" id="{662A90D3-20BB-64F4-6A6F-C8EA65B41B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19" y="3384"/>
                <a:ext cx="1" cy="192"/>
              </a:xfrm>
              <a:prstGeom prst="line">
                <a:avLst/>
              </a:prstGeom>
              <a:noFill/>
              <a:ln w="28575">
                <a:solidFill>
                  <a:srgbClr val="00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2634" name="Group 15">
              <a:extLst>
                <a:ext uri="{FF2B5EF4-FFF2-40B4-BE49-F238E27FC236}">
                  <a16:creationId xmlns:a16="http://schemas.microsoft.com/office/drawing/2014/main" id="{67C814AA-1F86-2EFA-19A0-D326238E9654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2544" y="2808"/>
              <a:ext cx="1" cy="272"/>
              <a:chOff x="4719" y="3304"/>
              <a:chExt cx="1" cy="272"/>
            </a:xfrm>
          </p:grpSpPr>
          <p:sp>
            <p:nvSpPr>
              <p:cNvPr id="22644" name="Line 16">
                <a:extLst>
                  <a:ext uri="{FF2B5EF4-FFF2-40B4-BE49-F238E27FC236}">
                    <a16:creationId xmlns:a16="http://schemas.microsoft.com/office/drawing/2014/main" id="{5C209222-AEEA-76E8-5044-5A9BB85F3A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20" y="3304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00CC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45" name="Line 17">
                <a:extLst>
                  <a:ext uri="{FF2B5EF4-FFF2-40B4-BE49-F238E27FC236}">
                    <a16:creationId xmlns:a16="http://schemas.microsoft.com/office/drawing/2014/main" id="{1A23CF55-D184-F847-29D7-E9FCCCBE0C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19" y="3384"/>
                <a:ext cx="1" cy="192"/>
              </a:xfrm>
              <a:prstGeom prst="line">
                <a:avLst/>
              </a:prstGeom>
              <a:noFill/>
              <a:ln w="28575">
                <a:solidFill>
                  <a:srgbClr val="00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2635" name="Group 18">
              <a:extLst>
                <a:ext uri="{FF2B5EF4-FFF2-40B4-BE49-F238E27FC236}">
                  <a16:creationId xmlns:a16="http://schemas.microsoft.com/office/drawing/2014/main" id="{3B7ACB47-382C-37E9-C5E4-1A4972DE58E3}"/>
                </a:ext>
              </a:extLst>
            </p:cNvPr>
            <p:cNvGrpSpPr>
              <a:grpSpLocks/>
            </p:cNvGrpSpPr>
            <p:nvPr/>
          </p:nvGrpSpPr>
          <p:grpSpPr bwMode="auto">
            <a:xfrm rot="10774163">
              <a:off x="2102" y="2413"/>
              <a:ext cx="1" cy="272"/>
              <a:chOff x="4719" y="3304"/>
              <a:chExt cx="1" cy="272"/>
            </a:xfrm>
          </p:grpSpPr>
          <p:sp>
            <p:nvSpPr>
              <p:cNvPr id="22642" name="Line 19">
                <a:extLst>
                  <a:ext uri="{FF2B5EF4-FFF2-40B4-BE49-F238E27FC236}">
                    <a16:creationId xmlns:a16="http://schemas.microsoft.com/office/drawing/2014/main" id="{7B83B04A-8410-6444-1A2D-83FAB50988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20" y="3304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00CC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43" name="Line 20">
                <a:extLst>
                  <a:ext uri="{FF2B5EF4-FFF2-40B4-BE49-F238E27FC236}">
                    <a16:creationId xmlns:a16="http://schemas.microsoft.com/office/drawing/2014/main" id="{C6FCA857-2405-D392-92C5-1F5AC8FBA0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19" y="3384"/>
                <a:ext cx="1" cy="192"/>
              </a:xfrm>
              <a:prstGeom prst="line">
                <a:avLst/>
              </a:prstGeom>
              <a:noFill/>
              <a:ln w="28575">
                <a:solidFill>
                  <a:srgbClr val="00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2636" name="Group 21">
              <a:extLst>
                <a:ext uri="{FF2B5EF4-FFF2-40B4-BE49-F238E27FC236}">
                  <a16:creationId xmlns:a16="http://schemas.microsoft.com/office/drawing/2014/main" id="{7CA7610F-D7CD-966E-311A-631DC3B61AED}"/>
                </a:ext>
              </a:extLst>
            </p:cNvPr>
            <p:cNvGrpSpPr>
              <a:grpSpLocks/>
            </p:cNvGrpSpPr>
            <p:nvPr/>
          </p:nvGrpSpPr>
          <p:grpSpPr bwMode="auto">
            <a:xfrm rot="-7688015">
              <a:off x="2416" y="2550"/>
              <a:ext cx="1" cy="272"/>
              <a:chOff x="4719" y="3304"/>
              <a:chExt cx="1" cy="272"/>
            </a:xfrm>
          </p:grpSpPr>
          <p:sp>
            <p:nvSpPr>
              <p:cNvPr id="22640" name="Line 22">
                <a:extLst>
                  <a:ext uri="{FF2B5EF4-FFF2-40B4-BE49-F238E27FC236}">
                    <a16:creationId xmlns:a16="http://schemas.microsoft.com/office/drawing/2014/main" id="{2F06B5AB-6C58-9A8F-0811-A9F2850BF2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20" y="3304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00CC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41" name="Line 23">
                <a:extLst>
                  <a:ext uri="{FF2B5EF4-FFF2-40B4-BE49-F238E27FC236}">
                    <a16:creationId xmlns:a16="http://schemas.microsoft.com/office/drawing/2014/main" id="{F3365658-FBA7-EF25-5A7A-DAB6084676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19" y="3384"/>
                <a:ext cx="1" cy="192"/>
              </a:xfrm>
              <a:prstGeom prst="line">
                <a:avLst/>
              </a:prstGeom>
              <a:noFill/>
              <a:ln w="28575">
                <a:solidFill>
                  <a:srgbClr val="00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2637" name="Group 24">
              <a:extLst>
                <a:ext uri="{FF2B5EF4-FFF2-40B4-BE49-F238E27FC236}">
                  <a16:creationId xmlns:a16="http://schemas.microsoft.com/office/drawing/2014/main" id="{6659508C-F708-964B-A800-AB2BE613ACCE}"/>
                </a:ext>
              </a:extLst>
            </p:cNvPr>
            <p:cNvGrpSpPr>
              <a:grpSpLocks/>
            </p:cNvGrpSpPr>
            <p:nvPr/>
          </p:nvGrpSpPr>
          <p:grpSpPr bwMode="auto">
            <a:xfrm rot="-2461900">
              <a:off x="2391" y="3120"/>
              <a:ext cx="1" cy="272"/>
              <a:chOff x="4719" y="3304"/>
              <a:chExt cx="1" cy="272"/>
            </a:xfrm>
          </p:grpSpPr>
          <p:sp>
            <p:nvSpPr>
              <p:cNvPr id="22638" name="Line 25">
                <a:extLst>
                  <a:ext uri="{FF2B5EF4-FFF2-40B4-BE49-F238E27FC236}">
                    <a16:creationId xmlns:a16="http://schemas.microsoft.com/office/drawing/2014/main" id="{FD3EF605-4AD0-7B81-FB60-30FD33C1D3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20" y="3304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00CC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39" name="Line 26">
                <a:extLst>
                  <a:ext uri="{FF2B5EF4-FFF2-40B4-BE49-F238E27FC236}">
                    <a16:creationId xmlns:a16="http://schemas.microsoft.com/office/drawing/2014/main" id="{0DCCEABC-3843-DFAB-A868-C15FAB4773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19" y="3384"/>
                <a:ext cx="1" cy="192"/>
              </a:xfrm>
              <a:prstGeom prst="line">
                <a:avLst/>
              </a:prstGeom>
              <a:noFill/>
              <a:ln w="28575">
                <a:solidFill>
                  <a:srgbClr val="00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3315" name="Text Box 27">
            <a:extLst>
              <a:ext uri="{FF2B5EF4-FFF2-40B4-BE49-F238E27FC236}">
                <a16:creationId xmlns:a16="http://schemas.microsoft.com/office/drawing/2014/main" id="{7989D67E-2A32-129A-F578-08CA40B43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613" y="3124200"/>
            <a:ext cx="55245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(2) 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球形电容器   </a:t>
            </a:r>
            <a:r>
              <a:rPr lang="zh-CN" altLang="en-US" sz="2400">
                <a:solidFill>
                  <a:srgbClr val="FFC000"/>
                </a:solidFill>
              </a:rPr>
              <a:t>书中例题</a:t>
            </a:r>
            <a:r>
              <a:rPr lang="en-US" altLang="zh-CN" sz="2400" b="1">
                <a:solidFill>
                  <a:srgbClr val="FFC000"/>
                </a:solidFill>
              </a:rPr>
              <a:t>8.30(P.334)</a:t>
            </a:r>
            <a:endParaRPr kumimoji="1" lang="zh-CN" altLang="en-US" sz="2400" b="1">
              <a:solidFill>
                <a:srgbClr val="FFC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3316" name="Group 28">
            <a:extLst>
              <a:ext uri="{FF2B5EF4-FFF2-40B4-BE49-F238E27FC236}">
                <a16:creationId xmlns:a16="http://schemas.microsoft.com/office/drawing/2014/main" id="{7A0F424C-63C6-462A-D8E5-BEFB6DE98BAA}"/>
              </a:ext>
            </a:extLst>
          </p:cNvPr>
          <p:cNvGrpSpPr>
            <a:grpSpLocks/>
          </p:cNvGrpSpPr>
          <p:nvPr/>
        </p:nvGrpSpPr>
        <p:grpSpPr bwMode="auto">
          <a:xfrm>
            <a:off x="5849938" y="3306763"/>
            <a:ext cx="2109787" cy="2109787"/>
            <a:chOff x="3759" y="2463"/>
            <a:chExt cx="1329" cy="1329"/>
          </a:xfrm>
        </p:grpSpPr>
        <p:sp>
          <p:nvSpPr>
            <p:cNvPr id="22628" name="Oval 29">
              <a:extLst>
                <a:ext uri="{FF2B5EF4-FFF2-40B4-BE49-F238E27FC236}">
                  <a16:creationId xmlns:a16="http://schemas.microsoft.com/office/drawing/2014/main" id="{4BDE93E0-A57B-7DE9-2F13-5B0E819208C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119" y="2839"/>
              <a:ext cx="589" cy="563"/>
            </a:xfrm>
            <a:prstGeom prst="ellipse">
              <a:avLst/>
            </a:prstGeom>
            <a:gradFill rotWithShape="0">
              <a:gsLst>
                <a:gs pos="0">
                  <a:srgbClr val="FFFF00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2629" name="AutoShape 30">
              <a:extLst>
                <a:ext uri="{FF2B5EF4-FFF2-40B4-BE49-F238E27FC236}">
                  <a16:creationId xmlns:a16="http://schemas.microsoft.com/office/drawing/2014/main" id="{FBB5C8D1-1F7C-3605-560E-CEE09EF3C7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9" y="2463"/>
              <a:ext cx="1329" cy="132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9 w 21600"/>
                <a:gd name="T25" fmla="*/ 3169 h 21600"/>
                <a:gd name="T26" fmla="*/ 18431 w 21600"/>
                <a:gd name="T27" fmla="*/ 18431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015" y="10800"/>
                  </a:moveTo>
                  <a:cubicBezTo>
                    <a:pt x="2015" y="15652"/>
                    <a:pt x="5948" y="19585"/>
                    <a:pt x="10800" y="19585"/>
                  </a:cubicBezTo>
                  <a:cubicBezTo>
                    <a:pt x="15652" y="19585"/>
                    <a:pt x="19585" y="15652"/>
                    <a:pt x="19585" y="10800"/>
                  </a:cubicBezTo>
                  <a:cubicBezTo>
                    <a:pt x="19585" y="5948"/>
                    <a:pt x="15652" y="2015"/>
                    <a:pt x="10800" y="2015"/>
                  </a:cubicBezTo>
                  <a:cubicBezTo>
                    <a:pt x="5948" y="2015"/>
                    <a:pt x="2015" y="5948"/>
                    <a:pt x="2015" y="1080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1"/>
                </a:gs>
                <a:gs pos="100000">
                  <a:srgbClr val="0000CC"/>
                </a:gs>
              </a:gsLst>
              <a:path path="rect">
                <a:fillToRect l="50000" t="50000" r="50000" b="50000"/>
              </a:path>
            </a:gradFill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317" name="Line 31">
            <a:extLst>
              <a:ext uri="{FF2B5EF4-FFF2-40B4-BE49-F238E27FC236}">
                <a16:creationId xmlns:a16="http://schemas.microsoft.com/office/drawing/2014/main" id="{1B9E30EC-FD08-A8F8-C103-4E0927E3013C}"/>
              </a:ext>
            </a:extLst>
          </p:cNvPr>
          <p:cNvSpPr>
            <a:spLocks noChangeShapeType="1"/>
          </p:cNvSpPr>
          <p:nvPr/>
        </p:nvSpPr>
        <p:spPr bwMode="auto">
          <a:xfrm rot="1214455" flipH="1" flipV="1">
            <a:off x="6080125" y="4178300"/>
            <a:ext cx="847725" cy="17463"/>
          </a:xfrm>
          <a:prstGeom prst="line">
            <a:avLst/>
          </a:prstGeom>
          <a:noFill/>
          <a:ln w="38100">
            <a:solidFill>
              <a:srgbClr val="00CC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8" name="Line 32">
            <a:extLst>
              <a:ext uri="{FF2B5EF4-FFF2-40B4-BE49-F238E27FC236}">
                <a16:creationId xmlns:a16="http://schemas.microsoft.com/office/drawing/2014/main" id="{FC2121CF-F598-C857-E4AB-E01F8BAA3A2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92925" y="4064000"/>
            <a:ext cx="366713" cy="2857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9" name="Text Box 33">
            <a:extLst>
              <a:ext uri="{FF2B5EF4-FFF2-40B4-BE49-F238E27FC236}">
                <a16:creationId xmlns:a16="http://schemas.microsoft.com/office/drawing/2014/main" id="{518DF6E9-2880-2E30-6ACD-BB39C8F0E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8800" y="419735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400" b="1" i="1">
                <a:latin typeface="Times New Roman" panose="02020603050405020304" pitchFamily="18" charset="0"/>
              </a:rPr>
              <a:t>R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3320" name="AutoShape 34">
            <a:extLst>
              <a:ext uri="{FF2B5EF4-FFF2-40B4-BE49-F238E27FC236}">
                <a16:creationId xmlns:a16="http://schemas.microsoft.com/office/drawing/2014/main" id="{EA5BBA53-460C-5359-03C5-B6B94E92C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0975" y="5043488"/>
            <a:ext cx="738188" cy="584200"/>
          </a:xfrm>
          <a:prstGeom prst="wedgeRoundRectCallout">
            <a:avLst>
              <a:gd name="adj1" fmla="val 120968"/>
              <a:gd name="adj2" fmla="val -116847"/>
              <a:gd name="adj3" fmla="val 16667"/>
            </a:avLst>
          </a:prstGeom>
          <a:noFill/>
          <a:ln w="28575">
            <a:solidFill>
              <a:srgbClr val="66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400" i="1">
                <a:solidFill>
                  <a:schemeClr val="bg1"/>
                </a:solidFill>
                <a:latin typeface="Times New Roman" panose="02020603050405020304" pitchFamily="18" charset="0"/>
              </a:rPr>
              <a:t>+Q</a:t>
            </a:r>
          </a:p>
        </p:txBody>
      </p:sp>
      <p:sp>
        <p:nvSpPr>
          <p:cNvPr id="13321" name="AutoShape 35">
            <a:extLst>
              <a:ext uri="{FF2B5EF4-FFF2-40B4-BE49-F238E27FC236}">
                <a16:creationId xmlns:a16="http://schemas.microsoft.com/office/drawing/2014/main" id="{25191F78-240F-5D5F-6F9A-3FC07692DC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5925" y="3892550"/>
            <a:ext cx="585788" cy="584200"/>
          </a:xfrm>
          <a:prstGeom prst="wedgeRoundRectCallout">
            <a:avLst>
              <a:gd name="adj1" fmla="val -102574"/>
              <a:gd name="adj2" fmla="val -22009"/>
              <a:gd name="adj3" fmla="val 16667"/>
            </a:avLst>
          </a:prstGeom>
          <a:noFill/>
          <a:ln w="28575">
            <a:solidFill>
              <a:srgbClr val="66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400" i="1">
                <a:solidFill>
                  <a:schemeClr val="bg1"/>
                </a:solidFill>
                <a:latin typeface="Times New Roman" panose="02020603050405020304" pitchFamily="18" charset="0"/>
              </a:rPr>
              <a:t>-Q</a:t>
            </a:r>
          </a:p>
        </p:txBody>
      </p:sp>
      <p:graphicFrame>
        <p:nvGraphicFramePr>
          <p:cNvPr id="164900" name="Object 36">
            <a:extLst>
              <a:ext uri="{FF2B5EF4-FFF2-40B4-BE49-F238E27FC236}">
                <a16:creationId xmlns:a16="http://schemas.microsoft.com/office/drawing/2014/main" id="{470055E5-C2FC-8A15-8ADA-DF640570C0A3}"/>
              </a:ext>
            </a:extLst>
          </p:cNvPr>
          <p:cNvGraphicFramePr>
            <a:graphicFrameLocks/>
          </p:cNvGraphicFramePr>
          <p:nvPr/>
        </p:nvGraphicFramePr>
        <p:xfrm>
          <a:off x="752475" y="3686175"/>
          <a:ext cx="16367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4118" imgH="800100" progId="Equation.3">
                  <p:embed/>
                </p:oleObj>
              </mc:Choice>
              <mc:Fallback>
                <p:oleObj name="Equation" r:id="rId2" imgW="1524118" imgH="800100" progId="Equation.3">
                  <p:embed/>
                  <p:pic>
                    <p:nvPicPr>
                      <p:cNvPr id="0" name="Object 36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75" y="3686175"/>
                        <a:ext cx="163671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3" name="Oval 37">
            <a:extLst>
              <a:ext uri="{FF2B5EF4-FFF2-40B4-BE49-F238E27FC236}">
                <a16:creationId xmlns:a16="http://schemas.microsoft.com/office/drawing/2014/main" id="{EE75761C-D982-29BD-3C28-23784ED5CB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1725" y="3686175"/>
            <a:ext cx="1462088" cy="1362075"/>
          </a:xfrm>
          <a:prstGeom prst="ellipse">
            <a:avLst/>
          </a:prstGeom>
          <a:noFill/>
          <a:ln w="28575">
            <a:solidFill>
              <a:srgbClr val="FFFF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324" name="Oval 38">
            <a:extLst>
              <a:ext uri="{FF2B5EF4-FFF2-40B4-BE49-F238E27FC236}">
                <a16:creationId xmlns:a16="http://schemas.microsoft.com/office/drawing/2014/main" id="{7B471D52-BA93-D6B0-8204-6019943CF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0700" y="3622675"/>
            <a:ext cx="87313" cy="87313"/>
          </a:xfrm>
          <a:prstGeom prst="ellipse">
            <a:avLst/>
          </a:prstGeom>
          <a:solidFill>
            <a:srgbClr val="FF3300"/>
          </a:solidFill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325" name="Text Box 39">
            <a:extLst>
              <a:ext uri="{FF2B5EF4-FFF2-40B4-BE49-F238E27FC236}">
                <a16:creationId xmlns:a16="http://schemas.microsoft.com/office/drawing/2014/main" id="{3BFB596D-4A92-8D14-3FF1-B7CA6EBFCE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1750" y="413861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400" b="1" i="1">
                <a:latin typeface="Times New Roman" panose="02020603050405020304" pitchFamily="18" charset="0"/>
              </a:rPr>
              <a:t>R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64904" name="AutoShape 40">
            <a:extLst>
              <a:ext uri="{FF2B5EF4-FFF2-40B4-BE49-F238E27FC236}">
                <a16:creationId xmlns:a16="http://schemas.microsoft.com/office/drawing/2014/main" id="{AF655AA2-6DA4-4215-AB46-90CC7E2FB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1788" y="3990975"/>
            <a:ext cx="457200" cy="231775"/>
          </a:xfrm>
          <a:prstGeom prst="rightArrow">
            <a:avLst>
              <a:gd name="adj1" fmla="val 50000"/>
              <a:gd name="adj2" fmla="val 49315"/>
            </a:avLst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64905" name="Object 41">
            <a:extLst>
              <a:ext uri="{FF2B5EF4-FFF2-40B4-BE49-F238E27FC236}">
                <a16:creationId xmlns:a16="http://schemas.microsoft.com/office/drawing/2014/main" id="{353D7D89-49DB-5E79-5A6F-1C996B6A6EF6}"/>
              </a:ext>
            </a:extLst>
          </p:cNvPr>
          <p:cNvGraphicFramePr>
            <a:graphicFrameLocks/>
          </p:cNvGraphicFramePr>
          <p:nvPr/>
        </p:nvGraphicFramePr>
        <p:xfrm>
          <a:off x="3608388" y="3651250"/>
          <a:ext cx="165258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33650" imgH="800100" progId="Equation.3">
                  <p:embed/>
                </p:oleObj>
              </mc:Choice>
              <mc:Fallback>
                <p:oleObj name="Equation" r:id="rId4" imgW="1533650" imgH="800100" progId="Equation.3">
                  <p:embed/>
                  <p:pic>
                    <p:nvPicPr>
                      <p:cNvPr id="0" name="Object 41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8388" y="3651250"/>
                        <a:ext cx="1652587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906" name="Object 42">
            <a:extLst>
              <a:ext uri="{FF2B5EF4-FFF2-40B4-BE49-F238E27FC236}">
                <a16:creationId xmlns:a16="http://schemas.microsoft.com/office/drawing/2014/main" id="{62E61FF0-B023-ABC9-06FD-810A49EBCD19}"/>
              </a:ext>
            </a:extLst>
          </p:cNvPr>
          <p:cNvGraphicFramePr>
            <a:graphicFrameLocks/>
          </p:cNvGraphicFramePr>
          <p:nvPr/>
        </p:nvGraphicFramePr>
        <p:xfrm>
          <a:off x="684213" y="4595813"/>
          <a:ext cx="4164012" cy="103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057606" imgH="933450" progId="Equation.3">
                  <p:embed/>
                </p:oleObj>
              </mc:Choice>
              <mc:Fallback>
                <p:oleObj name="Equation" r:id="rId6" imgW="4057606" imgH="933450" progId="Equation.3">
                  <p:embed/>
                  <p:pic>
                    <p:nvPicPr>
                      <p:cNvPr id="0" name="Object 42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4595813"/>
                        <a:ext cx="4164012" cy="1039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907" name="Object 43">
            <a:extLst>
              <a:ext uri="{FF2B5EF4-FFF2-40B4-BE49-F238E27FC236}">
                <a16:creationId xmlns:a16="http://schemas.microsoft.com/office/drawing/2014/main" id="{CED4433B-31C9-6667-88C1-51F158E67F7F}"/>
              </a:ext>
            </a:extLst>
          </p:cNvPr>
          <p:cNvGraphicFramePr>
            <a:graphicFrameLocks/>
          </p:cNvGraphicFramePr>
          <p:nvPr/>
        </p:nvGraphicFramePr>
        <p:xfrm>
          <a:off x="755650" y="5802313"/>
          <a:ext cx="27924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86006" imgH="800100" progId="Equation.3">
                  <p:embed/>
                </p:oleObj>
              </mc:Choice>
              <mc:Fallback>
                <p:oleObj name="Equation" r:id="rId8" imgW="2686006" imgH="800100" progId="Equation.3">
                  <p:embed/>
                  <p:pic>
                    <p:nvPicPr>
                      <p:cNvPr id="0" name="Object 43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5802313"/>
                        <a:ext cx="279241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0" name="Rectangle 44">
            <a:extLst>
              <a:ext uri="{FF2B5EF4-FFF2-40B4-BE49-F238E27FC236}">
                <a16:creationId xmlns:a16="http://schemas.microsoft.com/office/drawing/2014/main" id="{D7383AB2-4902-17CC-8691-9C015F9B8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5" y="3754438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13331" name="Rectangle 45">
            <a:extLst>
              <a:ext uri="{FF2B5EF4-FFF2-40B4-BE49-F238E27FC236}">
                <a16:creationId xmlns:a16="http://schemas.microsoft.com/office/drawing/2014/main" id="{2BC7EB5C-19EB-E905-54E2-298FC00FB7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6113" y="342582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400" b="1" i="1">
                <a:solidFill>
                  <a:schemeClr val="bg1"/>
                </a:solidFill>
                <a:latin typeface="Times New Roman" panose="02020603050405020304" pitchFamily="18" charset="0"/>
              </a:rPr>
              <a:t>b</a:t>
            </a:r>
          </a:p>
        </p:txBody>
      </p:sp>
      <p:graphicFrame>
        <p:nvGraphicFramePr>
          <p:cNvPr id="22548" name="Object 81">
            <a:extLst>
              <a:ext uri="{FF2B5EF4-FFF2-40B4-BE49-F238E27FC236}">
                <a16:creationId xmlns:a16="http://schemas.microsoft.com/office/drawing/2014/main" id="{6D4082B5-6260-49B0-D5CB-3A96CBD7F680}"/>
              </a:ext>
            </a:extLst>
          </p:cNvPr>
          <p:cNvGraphicFramePr>
            <a:graphicFrameLocks/>
          </p:cNvGraphicFramePr>
          <p:nvPr/>
        </p:nvGraphicFramePr>
        <p:xfrm>
          <a:off x="1812925" y="384175"/>
          <a:ext cx="1062038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9071" imgH="371475" progId="Equation.DSMT4">
                  <p:embed/>
                </p:oleObj>
              </mc:Choice>
              <mc:Fallback>
                <p:oleObj name="Equation" r:id="rId10" imgW="419071" imgH="371475" progId="Equation.DSMT4">
                  <p:embed/>
                  <p:pic>
                    <p:nvPicPr>
                      <p:cNvPr id="0" name="Object 81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2925" y="384175"/>
                        <a:ext cx="1062038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9" name="Object 82">
            <a:extLst>
              <a:ext uri="{FF2B5EF4-FFF2-40B4-BE49-F238E27FC236}">
                <a16:creationId xmlns:a16="http://schemas.microsoft.com/office/drawing/2014/main" id="{F0275FD2-8A9D-A1A4-2AD2-D6338D25A6F1}"/>
              </a:ext>
            </a:extLst>
          </p:cNvPr>
          <p:cNvGraphicFramePr>
            <a:graphicFrameLocks/>
          </p:cNvGraphicFramePr>
          <p:nvPr/>
        </p:nvGraphicFramePr>
        <p:xfrm>
          <a:off x="1476375" y="2298700"/>
          <a:ext cx="195421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847865" imgH="714375" progId="Equation.3">
                  <p:embed/>
                </p:oleObj>
              </mc:Choice>
              <mc:Fallback>
                <p:oleObj name="Equation" r:id="rId12" imgW="1847865" imgH="714375" progId="Equation.3">
                  <p:embed/>
                  <p:pic>
                    <p:nvPicPr>
                      <p:cNvPr id="0" name="Object 82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2298700"/>
                        <a:ext cx="1954213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550" name="组合 47">
            <a:extLst>
              <a:ext uri="{FF2B5EF4-FFF2-40B4-BE49-F238E27FC236}">
                <a16:creationId xmlns:a16="http://schemas.microsoft.com/office/drawing/2014/main" id="{39F90070-B5F2-8BD3-E3E5-F6F141AE8726}"/>
              </a:ext>
            </a:extLst>
          </p:cNvPr>
          <p:cNvGrpSpPr>
            <a:grpSpLocks/>
          </p:cNvGrpSpPr>
          <p:nvPr/>
        </p:nvGrpSpPr>
        <p:grpSpPr bwMode="auto">
          <a:xfrm>
            <a:off x="4162425" y="477838"/>
            <a:ext cx="4518025" cy="2489200"/>
            <a:chOff x="4244975" y="3683000"/>
            <a:chExt cx="4518025" cy="2489200"/>
          </a:xfrm>
        </p:grpSpPr>
        <p:grpSp>
          <p:nvGrpSpPr>
            <p:cNvPr id="22553" name="Group 11">
              <a:extLst>
                <a:ext uri="{FF2B5EF4-FFF2-40B4-BE49-F238E27FC236}">
                  <a16:creationId xmlns:a16="http://schemas.microsoft.com/office/drawing/2014/main" id="{4DDEB2D4-C352-1FAA-E4B0-885EF21851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64138" y="4032250"/>
              <a:ext cx="3014662" cy="1284288"/>
              <a:chOff x="912" y="1584"/>
              <a:chExt cx="1899" cy="809"/>
            </a:xfrm>
          </p:grpSpPr>
          <p:sp>
            <p:nvSpPr>
              <p:cNvPr id="22625" name="AutoShape 12">
                <a:extLst>
                  <a:ext uri="{FF2B5EF4-FFF2-40B4-BE49-F238E27FC236}">
                    <a16:creationId xmlns:a16="http://schemas.microsoft.com/office/drawing/2014/main" id="{75D9A9FC-B71E-BAFE-C2C3-151340238A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1776"/>
                <a:ext cx="1898" cy="617"/>
              </a:xfrm>
              <a:prstGeom prst="cube">
                <a:avLst>
                  <a:gd name="adj" fmla="val 88329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2626" name="AutoShape 13">
                <a:extLst>
                  <a:ext uri="{FF2B5EF4-FFF2-40B4-BE49-F238E27FC236}">
                    <a16:creationId xmlns:a16="http://schemas.microsoft.com/office/drawing/2014/main" id="{7BD9ACCF-FC13-F4E0-A186-087E39686D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" y="1780"/>
                <a:ext cx="1897" cy="544"/>
              </a:xfrm>
              <a:prstGeom prst="parallelogram">
                <a:avLst>
                  <a:gd name="adj" fmla="val 101288"/>
                </a:avLst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2627" name="AutoShape 14">
                <a:extLst>
                  <a:ext uri="{FF2B5EF4-FFF2-40B4-BE49-F238E27FC236}">
                    <a16:creationId xmlns:a16="http://schemas.microsoft.com/office/drawing/2014/main" id="{3A3C0AAE-88DC-34F1-2F2A-ADF7CEBF8E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1584"/>
                <a:ext cx="1898" cy="617"/>
              </a:xfrm>
              <a:prstGeom prst="cube">
                <a:avLst>
                  <a:gd name="adj" fmla="val 88329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2554" name="Group 15">
              <a:extLst>
                <a:ext uri="{FF2B5EF4-FFF2-40B4-BE49-F238E27FC236}">
                  <a16:creationId xmlns:a16="http://schemas.microsoft.com/office/drawing/2014/main" id="{C70E6AB9-3065-D848-B7ED-F00D29C888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83125" y="4703763"/>
              <a:ext cx="406400" cy="973137"/>
              <a:chOff x="2928" y="981"/>
              <a:chExt cx="129" cy="496"/>
            </a:xfrm>
          </p:grpSpPr>
          <p:sp>
            <p:nvSpPr>
              <p:cNvPr id="22621" name="Line 16">
                <a:extLst>
                  <a:ext uri="{FF2B5EF4-FFF2-40B4-BE49-F238E27FC236}">
                    <a16:creationId xmlns:a16="http://schemas.microsoft.com/office/drawing/2014/main" id="{32767DF9-478C-8824-214B-A4CB9E0E4A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8" y="1154"/>
                <a:ext cx="129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22" name="Line 17">
                <a:extLst>
                  <a:ext uri="{FF2B5EF4-FFF2-40B4-BE49-F238E27FC236}">
                    <a16:creationId xmlns:a16="http://schemas.microsoft.com/office/drawing/2014/main" id="{76ABCE13-F57A-E819-52A6-69830D8F79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8" y="1252"/>
                <a:ext cx="129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23" name="Line 18">
                <a:extLst>
                  <a:ext uri="{FF2B5EF4-FFF2-40B4-BE49-F238E27FC236}">
                    <a16:creationId xmlns:a16="http://schemas.microsoft.com/office/drawing/2014/main" id="{754B3319-A728-A37E-F4BB-6806CC454F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84" y="981"/>
                <a:ext cx="0" cy="173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24" name="Line 19">
                <a:extLst>
                  <a:ext uri="{FF2B5EF4-FFF2-40B4-BE49-F238E27FC236}">
                    <a16:creationId xmlns:a16="http://schemas.microsoft.com/office/drawing/2014/main" id="{B5967997-F9C2-7E14-C3F2-11089FEC37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84" y="1252"/>
                <a:ext cx="0" cy="225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2555" name="Rectangle 20">
              <a:extLst>
                <a:ext uri="{FF2B5EF4-FFF2-40B4-BE49-F238E27FC236}">
                  <a16:creationId xmlns:a16="http://schemas.microsoft.com/office/drawing/2014/main" id="{09F993BB-6E87-DD33-D672-3FEC9265F9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4975" y="4914900"/>
              <a:ext cx="5334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 i="1">
                  <a:solidFill>
                    <a:srgbClr val="FFFF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22556" name="Rectangle 21">
              <a:extLst>
                <a:ext uri="{FF2B5EF4-FFF2-40B4-BE49-F238E27FC236}">
                  <a16:creationId xmlns:a16="http://schemas.microsoft.com/office/drawing/2014/main" id="{46AE4421-38D5-7330-6480-3CE5CB5AC1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85150" y="4884738"/>
              <a:ext cx="5778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 sz="2400" b="1">
                  <a:solidFill>
                    <a:srgbClr val="FFFF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</a:t>
              </a:r>
              <a:r>
                <a:rPr kumimoji="1" lang="en-US" altLang="zh-CN" sz="2400" b="1" i="1">
                  <a:solidFill>
                    <a:srgbClr val="FFFF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u</a:t>
              </a:r>
              <a:endParaRPr kumimoji="1" lang="en-US" altLang="zh-CN" sz="2400" b="1" i="1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557" name="Rectangle 22">
              <a:extLst>
                <a:ext uri="{FF2B5EF4-FFF2-40B4-BE49-F238E27FC236}">
                  <a16:creationId xmlns:a16="http://schemas.microsoft.com/office/drawing/2014/main" id="{62A14EE4-BCDE-A1F4-21AD-75420B142F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9525" y="4064000"/>
              <a:ext cx="5334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800" i="1">
                  <a:solidFill>
                    <a:srgbClr val="FFFF00"/>
                  </a:solidFill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22558" name="AutoShape 23">
              <a:extLst>
                <a:ext uri="{FF2B5EF4-FFF2-40B4-BE49-F238E27FC236}">
                  <a16:creationId xmlns:a16="http://schemas.microsoft.com/office/drawing/2014/main" id="{78F93ADA-4A80-692B-84CD-93D060BC18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5525" y="3683000"/>
              <a:ext cx="914400" cy="584200"/>
            </a:xfrm>
            <a:prstGeom prst="wedgeRoundRectCallout">
              <a:avLst>
                <a:gd name="adj1" fmla="val 32468"/>
                <a:gd name="adj2" fmla="val 161412"/>
                <a:gd name="adj3" fmla="val 16667"/>
              </a:avLst>
            </a:prstGeom>
            <a:noFill/>
            <a:ln w="19050">
              <a:solidFill>
                <a:srgbClr val="66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 b="1" i="1">
                  <a:solidFill>
                    <a:schemeClr val="bg1"/>
                  </a:solidFill>
                  <a:latin typeface="Times New Roman" panose="02020603050405020304" pitchFamily="18" charset="0"/>
                </a:rPr>
                <a:t>+Q</a:t>
              </a:r>
            </a:p>
          </p:txBody>
        </p:sp>
        <p:sp>
          <p:nvSpPr>
            <p:cNvPr id="22559" name="AutoShape 24">
              <a:extLst>
                <a:ext uri="{FF2B5EF4-FFF2-40B4-BE49-F238E27FC236}">
                  <a16:creationId xmlns:a16="http://schemas.microsoft.com/office/drawing/2014/main" id="{5C62B075-32A7-4A53-9584-1962DA13A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9525" y="5588000"/>
              <a:ext cx="914400" cy="584200"/>
            </a:xfrm>
            <a:prstGeom prst="wedgeRoundRectCallout">
              <a:avLst>
                <a:gd name="adj1" fmla="val -70315"/>
                <a:gd name="adj2" fmla="val -110324"/>
                <a:gd name="adj3" fmla="val 16667"/>
              </a:avLst>
            </a:prstGeom>
            <a:noFill/>
            <a:ln w="19050">
              <a:solidFill>
                <a:srgbClr val="66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 b="1" i="1">
                  <a:solidFill>
                    <a:schemeClr val="bg1"/>
                  </a:solidFill>
                  <a:latin typeface="Times New Roman" panose="02020603050405020304" pitchFamily="18" charset="0"/>
                </a:rPr>
                <a:t>-Q</a:t>
              </a:r>
            </a:p>
          </p:txBody>
        </p:sp>
        <p:grpSp>
          <p:nvGrpSpPr>
            <p:cNvPr id="22560" name="Group 25">
              <a:extLst>
                <a:ext uri="{FF2B5EF4-FFF2-40B4-BE49-F238E27FC236}">
                  <a16:creationId xmlns:a16="http://schemas.microsoft.com/office/drawing/2014/main" id="{0804A518-9225-1875-144E-0668978AA4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50125" y="4394200"/>
              <a:ext cx="609600" cy="808038"/>
              <a:chOff x="2208" y="1795"/>
              <a:chExt cx="384" cy="509"/>
            </a:xfrm>
          </p:grpSpPr>
          <p:grpSp>
            <p:nvGrpSpPr>
              <p:cNvPr id="22606" name="Group 26">
                <a:extLst>
                  <a:ext uri="{FF2B5EF4-FFF2-40B4-BE49-F238E27FC236}">
                    <a16:creationId xmlns:a16="http://schemas.microsoft.com/office/drawing/2014/main" id="{1F45F0D7-9823-9675-F4A5-7332CA2C7FD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8" y="2179"/>
                <a:ext cx="0" cy="125"/>
                <a:chOff x="1872" y="2784"/>
                <a:chExt cx="0" cy="192"/>
              </a:xfrm>
            </p:grpSpPr>
            <p:sp>
              <p:nvSpPr>
                <p:cNvPr id="22619" name="Line 27">
                  <a:extLst>
                    <a:ext uri="{FF2B5EF4-FFF2-40B4-BE49-F238E27FC236}">
                      <a16:creationId xmlns:a16="http://schemas.microsoft.com/office/drawing/2014/main" id="{1BC42490-98A1-FA3B-917A-16026321FC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72" y="2784"/>
                  <a:ext cx="0" cy="125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620" name="Line 28">
                  <a:extLst>
                    <a:ext uri="{FF2B5EF4-FFF2-40B4-BE49-F238E27FC236}">
                      <a16:creationId xmlns:a16="http://schemas.microsoft.com/office/drawing/2014/main" id="{1DBFC7FE-75A0-3B3F-393C-4C09914C20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72" y="2784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607" name="Group 29">
                <a:extLst>
                  <a:ext uri="{FF2B5EF4-FFF2-40B4-BE49-F238E27FC236}">
                    <a16:creationId xmlns:a16="http://schemas.microsoft.com/office/drawing/2014/main" id="{113070E1-F0FE-35DE-8AB7-F3F19FF03F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04" y="2080"/>
                <a:ext cx="0" cy="125"/>
                <a:chOff x="1872" y="2784"/>
                <a:chExt cx="0" cy="192"/>
              </a:xfrm>
            </p:grpSpPr>
            <p:sp>
              <p:nvSpPr>
                <p:cNvPr id="22617" name="Line 30">
                  <a:extLst>
                    <a:ext uri="{FF2B5EF4-FFF2-40B4-BE49-F238E27FC236}">
                      <a16:creationId xmlns:a16="http://schemas.microsoft.com/office/drawing/2014/main" id="{FBD1FFC5-60BE-0035-13F9-0D8131EADD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72" y="2784"/>
                  <a:ext cx="0" cy="125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618" name="Line 31">
                  <a:extLst>
                    <a:ext uri="{FF2B5EF4-FFF2-40B4-BE49-F238E27FC236}">
                      <a16:creationId xmlns:a16="http://schemas.microsoft.com/office/drawing/2014/main" id="{2C4B620B-6F1D-324A-F8F4-B151779551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72" y="2784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608" name="Group 32">
                <a:extLst>
                  <a:ext uri="{FF2B5EF4-FFF2-40B4-BE49-F238E27FC236}">
                    <a16:creationId xmlns:a16="http://schemas.microsoft.com/office/drawing/2014/main" id="{C4CD0636-5984-9C1A-CD3B-759747211D9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0" y="1987"/>
                <a:ext cx="0" cy="125"/>
                <a:chOff x="1872" y="2784"/>
                <a:chExt cx="0" cy="192"/>
              </a:xfrm>
            </p:grpSpPr>
            <p:sp>
              <p:nvSpPr>
                <p:cNvPr id="22615" name="Line 33">
                  <a:extLst>
                    <a:ext uri="{FF2B5EF4-FFF2-40B4-BE49-F238E27FC236}">
                      <a16:creationId xmlns:a16="http://schemas.microsoft.com/office/drawing/2014/main" id="{60584FA5-48F7-540F-9AEF-B38D8EF626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72" y="2784"/>
                  <a:ext cx="0" cy="125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616" name="Line 34">
                  <a:extLst>
                    <a:ext uri="{FF2B5EF4-FFF2-40B4-BE49-F238E27FC236}">
                      <a16:creationId xmlns:a16="http://schemas.microsoft.com/office/drawing/2014/main" id="{BF314B37-EB5B-FB49-6C54-8F7D2034B4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72" y="2784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609" name="Group 35">
                <a:extLst>
                  <a:ext uri="{FF2B5EF4-FFF2-40B4-BE49-F238E27FC236}">
                    <a16:creationId xmlns:a16="http://schemas.microsoft.com/office/drawing/2014/main" id="{E1EE7E36-2D38-8AB2-7004-3DF68767ED7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6" y="1891"/>
                <a:ext cx="0" cy="125"/>
                <a:chOff x="1872" y="2784"/>
                <a:chExt cx="0" cy="192"/>
              </a:xfrm>
            </p:grpSpPr>
            <p:sp>
              <p:nvSpPr>
                <p:cNvPr id="22613" name="Line 36">
                  <a:extLst>
                    <a:ext uri="{FF2B5EF4-FFF2-40B4-BE49-F238E27FC236}">
                      <a16:creationId xmlns:a16="http://schemas.microsoft.com/office/drawing/2014/main" id="{626255B9-4CB8-0F4C-FFC4-52192517D7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72" y="2784"/>
                  <a:ext cx="0" cy="125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614" name="Line 37">
                  <a:extLst>
                    <a:ext uri="{FF2B5EF4-FFF2-40B4-BE49-F238E27FC236}">
                      <a16:creationId xmlns:a16="http://schemas.microsoft.com/office/drawing/2014/main" id="{BA1F7015-27BE-F8D3-0942-DB3D0470AB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72" y="2784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610" name="Group 38">
                <a:extLst>
                  <a:ext uri="{FF2B5EF4-FFF2-40B4-BE49-F238E27FC236}">
                    <a16:creationId xmlns:a16="http://schemas.microsoft.com/office/drawing/2014/main" id="{11AA5D1B-E42F-6CF8-37DE-ADF0F5FA668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92" y="1795"/>
                <a:ext cx="0" cy="125"/>
                <a:chOff x="1872" y="2784"/>
                <a:chExt cx="0" cy="192"/>
              </a:xfrm>
            </p:grpSpPr>
            <p:sp>
              <p:nvSpPr>
                <p:cNvPr id="22611" name="Line 39">
                  <a:extLst>
                    <a:ext uri="{FF2B5EF4-FFF2-40B4-BE49-F238E27FC236}">
                      <a16:creationId xmlns:a16="http://schemas.microsoft.com/office/drawing/2014/main" id="{F48FE44C-9C17-65B2-5A4B-EB0DD89101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72" y="2784"/>
                  <a:ext cx="0" cy="125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612" name="Line 40">
                  <a:extLst>
                    <a:ext uri="{FF2B5EF4-FFF2-40B4-BE49-F238E27FC236}">
                      <a16:creationId xmlns:a16="http://schemas.microsoft.com/office/drawing/2014/main" id="{5B786443-58B1-2356-890D-CB98A4904F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72" y="2784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22561" name="Group 41">
              <a:extLst>
                <a:ext uri="{FF2B5EF4-FFF2-40B4-BE49-F238E27FC236}">
                  <a16:creationId xmlns:a16="http://schemas.microsoft.com/office/drawing/2014/main" id="{5040A1A8-E0FD-D91B-6382-201D3F7045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92725" y="5041900"/>
              <a:ext cx="1828800" cy="198438"/>
              <a:chOff x="2736" y="3120"/>
              <a:chExt cx="1152" cy="125"/>
            </a:xfrm>
          </p:grpSpPr>
          <p:grpSp>
            <p:nvGrpSpPr>
              <p:cNvPr id="22567" name="Group 42">
                <a:extLst>
                  <a:ext uri="{FF2B5EF4-FFF2-40B4-BE49-F238E27FC236}">
                    <a16:creationId xmlns:a16="http://schemas.microsoft.com/office/drawing/2014/main" id="{6868F39D-2FC4-8FB4-832C-6172EC92C6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36" y="3120"/>
                <a:ext cx="0" cy="125"/>
                <a:chOff x="1872" y="2784"/>
                <a:chExt cx="0" cy="192"/>
              </a:xfrm>
            </p:grpSpPr>
            <p:sp>
              <p:nvSpPr>
                <p:cNvPr id="22604" name="Line 43">
                  <a:extLst>
                    <a:ext uri="{FF2B5EF4-FFF2-40B4-BE49-F238E27FC236}">
                      <a16:creationId xmlns:a16="http://schemas.microsoft.com/office/drawing/2014/main" id="{3B4B5584-B941-25E3-CC92-FA9CE83A20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72" y="2784"/>
                  <a:ext cx="0" cy="125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605" name="Line 44">
                  <a:extLst>
                    <a:ext uri="{FF2B5EF4-FFF2-40B4-BE49-F238E27FC236}">
                      <a16:creationId xmlns:a16="http://schemas.microsoft.com/office/drawing/2014/main" id="{E2422F2C-0703-DDF7-ADDA-7C7DF8A056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72" y="2784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568" name="Group 45">
                <a:extLst>
                  <a:ext uri="{FF2B5EF4-FFF2-40B4-BE49-F238E27FC236}">
                    <a16:creationId xmlns:a16="http://schemas.microsoft.com/office/drawing/2014/main" id="{BB6C1F3C-2C88-C533-6CEA-8BEE27090C6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32" y="3120"/>
                <a:ext cx="0" cy="125"/>
                <a:chOff x="1872" y="2784"/>
                <a:chExt cx="0" cy="192"/>
              </a:xfrm>
            </p:grpSpPr>
            <p:sp>
              <p:nvSpPr>
                <p:cNvPr id="22602" name="Line 46">
                  <a:extLst>
                    <a:ext uri="{FF2B5EF4-FFF2-40B4-BE49-F238E27FC236}">
                      <a16:creationId xmlns:a16="http://schemas.microsoft.com/office/drawing/2014/main" id="{2A2B86BD-C42C-347F-5A77-4C52E8F9D2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72" y="2784"/>
                  <a:ext cx="0" cy="125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603" name="Line 47">
                  <a:extLst>
                    <a:ext uri="{FF2B5EF4-FFF2-40B4-BE49-F238E27FC236}">
                      <a16:creationId xmlns:a16="http://schemas.microsoft.com/office/drawing/2014/main" id="{44433C25-8E62-1805-F9B0-1A60510502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72" y="2784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569" name="Group 48">
                <a:extLst>
                  <a:ext uri="{FF2B5EF4-FFF2-40B4-BE49-F238E27FC236}">
                    <a16:creationId xmlns:a16="http://schemas.microsoft.com/office/drawing/2014/main" id="{F616C097-9D0D-9411-DB28-0D2839BE68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28" y="3120"/>
                <a:ext cx="0" cy="125"/>
                <a:chOff x="1872" y="2784"/>
                <a:chExt cx="0" cy="192"/>
              </a:xfrm>
            </p:grpSpPr>
            <p:sp>
              <p:nvSpPr>
                <p:cNvPr id="22600" name="Line 49">
                  <a:extLst>
                    <a:ext uri="{FF2B5EF4-FFF2-40B4-BE49-F238E27FC236}">
                      <a16:creationId xmlns:a16="http://schemas.microsoft.com/office/drawing/2014/main" id="{637526B0-98C4-1EA4-25AB-B2C270E9E4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72" y="2784"/>
                  <a:ext cx="0" cy="125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601" name="Line 50">
                  <a:extLst>
                    <a:ext uri="{FF2B5EF4-FFF2-40B4-BE49-F238E27FC236}">
                      <a16:creationId xmlns:a16="http://schemas.microsoft.com/office/drawing/2014/main" id="{4DFF5799-58FB-3FD5-B892-C2875897BE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72" y="2784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570" name="Group 51">
                <a:extLst>
                  <a:ext uri="{FF2B5EF4-FFF2-40B4-BE49-F238E27FC236}">
                    <a16:creationId xmlns:a16="http://schemas.microsoft.com/office/drawing/2014/main" id="{018A149F-2789-0C54-166A-6818F35FAB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24" y="3120"/>
                <a:ext cx="0" cy="125"/>
                <a:chOff x="1872" y="2784"/>
                <a:chExt cx="0" cy="192"/>
              </a:xfrm>
            </p:grpSpPr>
            <p:sp>
              <p:nvSpPr>
                <p:cNvPr id="22598" name="Line 52">
                  <a:extLst>
                    <a:ext uri="{FF2B5EF4-FFF2-40B4-BE49-F238E27FC236}">
                      <a16:creationId xmlns:a16="http://schemas.microsoft.com/office/drawing/2014/main" id="{288CBCDF-3F48-63C3-ADD5-E913C7E0D0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72" y="2784"/>
                  <a:ext cx="0" cy="125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99" name="Line 53">
                  <a:extLst>
                    <a:ext uri="{FF2B5EF4-FFF2-40B4-BE49-F238E27FC236}">
                      <a16:creationId xmlns:a16="http://schemas.microsoft.com/office/drawing/2014/main" id="{F8032050-3161-A37A-9CE5-1D36364662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72" y="2784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571" name="Group 54">
                <a:extLst>
                  <a:ext uri="{FF2B5EF4-FFF2-40B4-BE49-F238E27FC236}">
                    <a16:creationId xmlns:a16="http://schemas.microsoft.com/office/drawing/2014/main" id="{B8611E9E-F837-26A8-11FD-25F458D297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20" y="3120"/>
                <a:ext cx="0" cy="125"/>
                <a:chOff x="1872" y="2784"/>
                <a:chExt cx="0" cy="192"/>
              </a:xfrm>
            </p:grpSpPr>
            <p:sp>
              <p:nvSpPr>
                <p:cNvPr id="22596" name="Line 55">
                  <a:extLst>
                    <a:ext uri="{FF2B5EF4-FFF2-40B4-BE49-F238E27FC236}">
                      <a16:creationId xmlns:a16="http://schemas.microsoft.com/office/drawing/2014/main" id="{1555A1BC-6E1C-A560-2A70-6AFA01CA4D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72" y="2784"/>
                  <a:ext cx="0" cy="125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97" name="Line 56">
                  <a:extLst>
                    <a:ext uri="{FF2B5EF4-FFF2-40B4-BE49-F238E27FC236}">
                      <a16:creationId xmlns:a16="http://schemas.microsoft.com/office/drawing/2014/main" id="{CE1B3F75-D6F3-3357-ACFF-AF2EE479B4A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72" y="2784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572" name="Group 57">
                <a:extLst>
                  <a:ext uri="{FF2B5EF4-FFF2-40B4-BE49-F238E27FC236}">
                    <a16:creationId xmlns:a16="http://schemas.microsoft.com/office/drawing/2014/main" id="{D0EE8086-DCC1-B60E-A6A3-4781C1EF63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16" y="3120"/>
                <a:ext cx="0" cy="125"/>
                <a:chOff x="1872" y="2784"/>
                <a:chExt cx="0" cy="192"/>
              </a:xfrm>
            </p:grpSpPr>
            <p:sp>
              <p:nvSpPr>
                <p:cNvPr id="22594" name="Line 58">
                  <a:extLst>
                    <a:ext uri="{FF2B5EF4-FFF2-40B4-BE49-F238E27FC236}">
                      <a16:creationId xmlns:a16="http://schemas.microsoft.com/office/drawing/2014/main" id="{C3FFDB38-6EDD-5DE1-76C9-1CDB7D5580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72" y="2784"/>
                  <a:ext cx="0" cy="125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95" name="Line 59">
                  <a:extLst>
                    <a:ext uri="{FF2B5EF4-FFF2-40B4-BE49-F238E27FC236}">
                      <a16:creationId xmlns:a16="http://schemas.microsoft.com/office/drawing/2014/main" id="{5E7479B5-5C38-C0DC-59A7-115D69F0E2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72" y="2784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573" name="Group 60">
                <a:extLst>
                  <a:ext uri="{FF2B5EF4-FFF2-40B4-BE49-F238E27FC236}">
                    <a16:creationId xmlns:a16="http://schemas.microsoft.com/office/drawing/2014/main" id="{6AEC43C7-12E1-90FC-5A06-0D8436FD6A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12" y="3120"/>
                <a:ext cx="0" cy="125"/>
                <a:chOff x="1872" y="2784"/>
                <a:chExt cx="0" cy="192"/>
              </a:xfrm>
            </p:grpSpPr>
            <p:sp>
              <p:nvSpPr>
                <p:cNvPr id="22592" name="Line 61">
                  <a:extLst>
                    <a:ext uri="{FF2B5EF4-FFF2-40B4-BE49-F238E27FC236}">
                      <a16:creationId xmlns:a16="http://schemas.microsoft.com/office/drawing/2014/main" id="{C1A3570C-1A6C-495C-7A9F-49A566B696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72" y="2784"/>
                  <a:ext cx="0" cy="125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93" name="Line 62">
                  <a:extLst>
                    <a:ext uri="{FF2B5EF4-FFF2-40B4-BE49-F238E27FC236}">
                      <a16:creationId xmlns:a16="http://schemas.microsoft.com/office/drawing/2014/main" id="{2A023B8E-D9F2-BAD5-7309-25B85C5041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72" y="2784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574" name="Group 63">
                <a:extLst>
                  <a:ext uri="{FF2B5EF4-FFF2-40B4-BE49-F238E27FC236}">
                    <a16:creationId xmlns:a16="http://schemas.microsoft.com/office/drawing/2014/main" id="{3AC50D51-4832-0B8B-1A3D-BD9B050FE5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08" y="3120"/>
                <a:ext cx="0" cy="125"/>
                <a:chOff x="1872" y="2784"/>
                <a:chExt cx="0" cy="192"/>
              </a:xfrm>
            </p:grpSpPr>
            <p:sp>
              <p:nvSpPr>
                <p:cNvPr id="22590" name="Line 64">
                  <a:extLst>
                    <a:ext uri="{FF2B5EF4-FFF2-40B4-BE49-F238E27FC236}">
                      <a16:creationId xmlns:a16="http://schemas.microsoft.com/office/drawing/2014/main" id="{063A9499-4F40-1FB9-5FB5-BA9E6C43F9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72" y="2784"/>
                  <a:ext cx="0" cy="125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91" name="Line 65">
                  <a:extLst>
                    <a:ext uri="{FF2B5EF4-FFF2-40B4-BE49-F238E27FC236}">
                      <a16:creationId xmlns:a16="http://schemas.microsoft.com/office/drawing/2014/main" id="{D880A445-E9A3-2C1F-9465-B5578DDA62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72" y="2784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575" name="Group 66">
                <a:extLst>
                  <a:ext uri="{FF2B5EF4-FFF2-40B4-BE49-F238E27FC236}">
                    <a16:creationId xmlns:a16="http://schemas.microsoft.com/office/drawing/2014/main" id="{1A0A7DC1-B462-B218-ED74-5E4F7E96244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04" y="3120"/>
                <a:ext cx="0" cy="125"/>
                <a:chOff x="1872" y="2784"/>
                <a:chExt cx="0" cy="192"/>
              </a:xfrm>
            </p:grpSpPr>
            <p:sp>
              <p:nvSpPr>
                <p:cNvPr id="22588" name="Line 67">
                  <a:extLst>
                    <a:ext uri="{FF2B5EF4-FFF2-40B4-BE49-F238E27FC236}">
                      <a16:creationId xmlns:a16="http://schemas.microsoft.com/office/drawing/2014/main" id="{EEE3BB67-4AD1-FB48-BE2F-309CAC23D5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72" y="2784"/>
                  <a:ext cx="0" cy="125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89" name="Line 68">
                  <a:extLst>
                    <a:ext uri="{FF2B5EF4-FFF2-40B4-BE49-F238E27FC236}">
                      <a16:creationId xmlns:a16="http://schemas.microsoft.com/office/drawing/2014/main" id="{BEA60D8C-9F43-11E6-4F06-82922824FB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72" y="2784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576" name="Group 69">
                <a:extLst>
                  <a:ext uri="{FF2B5EF4-FFF2-40B4-BE49-F238E27FC236}">
                    <a16:creationId xmlns:a16="http://schemas.microsoft.com/office/drawing/2014/main" id="{294238FE-F1B7-CC27-36A0-F0B35AEB64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00" y="3120"/>
                <a:ext cx="0" cy="125"/>
                <a:chOff x="1872" y="2784"/>
                <a:chExt cx="0" cy="192"/>
              </a:xfrm>
            </p:grpSpPr>
            <p:sp>
              <p:nvSpPr>
                <p:cNvPr id="22586" name="Line 70">
                  <a:extLst>
                    <a:ext uri="{FF2B5EF4-FFF2-40B4-BE49-F238E27FC236}">
                      <a16:creationId xmlns:a16="http://schemas.microsoft.com/office/drawing/2014/main" id="{19529624-E891-E4F5-17D2-7D0A14FB15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72" y="2784"/>
                  <a:ext cx="0" cy="125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87" name="Line 71">
                  <a:extLst>
                    <a:ext uri="{FF2B5EF4-FFF2-40B4-BE49-F238E27FC236}">
                      <a16:creationId xmlns:a16="http://schemas.microsoft.com/office/drawing/2014/main" id="{6DB499F9-5D33-A7C5-AFED-48E48CAD33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72" y="2784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577" name="Group 72">
                <a:extLst>
                  <a:ext uri="{FF2B5EF4-FFF2-40B4-BE49-F238E27FC236}">
                    <a16:creationId xmlns:a16="http://schemas.microsoft.com/office/drawing/2014/main" id="{C6DE6ED7-0AE4-F60E-5225-95DA85626B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96" y="3120"/>
                <a:ext cx="0" cy="125"/>
                <a:chOff x="1872" y="2784"/>
                <a:chExt cx="0" cy="192"/>
              </a:xfrm>
            </p:grpSpPr>
            <p:sp>
              <p:nvSpPr>
                <p:cNvPr id="22584" name="Line 73">
                  <a:extLst>
                    <a:ext uri="{FF2B5EF4-FFF2-40B4-BE49-F238E27FC236}">
                      <a16:creationId xmlns:a16="http://schemas.microsoft.com/office/drawing/2014/main" id="{8E622F61-D8F8-2BE6-3718-753EEF7A11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72" y="2784"/>
                  <a:ext cx="0" cy="125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85" name="Line 74">
                  <a:extLst>
                    <a:ext uri="{FF2B5EF4-FFF2-40B4-BE49-F238E27FC236}">
                      <a16:creationId xmlns:a16="http://schemas.microsoft.com/office/drawing/2014/main" id="{8E8E280F-E120-C258-9648-A331D6DBFF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72" y="2784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578" name="Group 75">
                <a:extLst>
                  <a:ext uri="{FF2B5EF4-FFF2-40B4-BE49-F238E27FC236}">
                    <a16:creationId xmlns:a16="http://schemas.microsoft.com/office/drawing/2014/main" id="{D25517DD-6A1F-F840-3EB4-84918BFF5B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92" y="3120"/>
                <a:ext cx="0" cy="125"/>
                <a:chOff x="1872" y="2784"/>
                <a:chExt cx="0" cy="192"/>
              </a:xfrm>
            </p:grpSpPr>
            <p:sp>
              <p:nvSpPr>
                <p:cNvPr id="22582" name="Line 76">
                  <a:extLst>
                    <a:ext uri="{FF2B5EF4-FFF2-40B4-BE49-F238E27FC236}">
                      <a16:creationId xmlns:a16="http://schemas.microsoft.com/office/drawing/2014/main" id="{F28415FE-FC86-4047-73AA-93753F739F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72" y="2784"/>
                  <a:ext cx="0" cy="125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83" name="Line 77">
                  <a:extLst>
                    <a:ext uri="{FF2B5EF4-FFF2-40B4-BE49-F238E27FC236}">
                      <a16:creationId xmlns:a16="http://schemas.microsoft.com/office/drawing/2014/main" id="{5DF85573-5CAA-00D6-4DC9-BAA8AE76EED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72" y="2784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579" name="Group 78">
                <a:extLst>
                  <a:ext uri="{FF2B5EF4-FFF2-40B4-BE49-F238E27FC236}">
                    <a16:creationId xmlns:a16="http://schemas.microsoft.com/office/drawing/2014/main" id="{359A869C-E97B-05CE-8511-D79D2629A6F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88" y="3120"/>
                <a:ext cx="0" cy="125"/>
                <a:chOff x="1872" y="2784"/>
                <a:chExt cx="0" cy="192"/>
              </a:xfrm>
            </p:grpSpPr>
            <p:sp>
              <p:nvSpPr>
                <p:cNvPr id="22580" name="Line 79">
                  <a:extLst>
                    <a:ext uri="{FF2B5EF4-FFF2-40B4-BE49-F238E27FC236}">
                      <a16:creationId xmlns:a16="http://schemas.microsoft.com/office/drawing/2014/main" id="{5B085FE5-950E-896E-4EEF-7FB22AC9A9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72" y="2784"/>
                  <a:ext cx="0" cy="125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81" name="Line 80">
                  <a:extLst>
                    <a:ext uri="{FF2B5EF4-FFF2-40B4-BE49-F238E27FC236}">
                      <a16:creationId xmlns:a16="http://schemas.microsoft.com/office/drawing/2014/main" id="{4A3727F5-F521-208C-06F9-E7F0AE8578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72" y="2784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22562" name="Group 83">
              <a:extLst>
                <a:ext uri="{FF2B5EF4-FFF2-40B4-BE49-F238E27FC236}">
                  <a16:creationId xmlns:a16="http://schemas.microsoft.com/office/drawing/2014/main" id="{DC878E52-83BB-1BED-FAB6-6EA5397094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19963" y="4678363"/>
              <a:ext cx="881062" cy="985837"/>
              <a:chOff x="3264" y="2400"/>
              <a:chExt cx="290" cy="621"/>
            </a:xfrm>
          </p:grpSpPr>
          <p:sp>
            <p:nvSpPr>
              <p:cNvPr id="22563" name="Line 84">
                <a:extLst>
                  <a:ext uri="{FF2B5EF4-FFF2-40B4-BE49-F238E27FC236}">
                    <a16:creationId xmlns:a16="http://schemas.microsoft.com/office/drawing/2014/main" id="{1C41A95F-E421-56C8-C4A1-F455101941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2616"/>
                <a:ext cx="290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64" name="Line 85">
                <a:extLst>
                  <a:ext uri="{FF2B5EF4-FFF2-40B4-BE49-F238E27FC236}">
                    <a16:creationId xmlns:a16="http://schemas.microsoft.com/office/drawing/2014/main" id="{DF24936C-DC30-DFE7-679E-71C7EA7485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2739"/>
                <a:ext cx="290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65" name="Line 86">
                <a:extLst>
                  <a:ext uri="{FF2B5EF4-FFF2-40B4-BE49-F238E27FC236}">
                    <a16:creationId xmlns:a16="http://schemas.microsoft.com/office/drawing/2014/main" id="{FECC6105-3EA3-921F-0DB6-CCA3E62032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90" y="2400"/>
                <a:ext cx="0" cy="216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66" name="Line 87">
                <a:extLst>
                  <a:ext uri="{FF2B5EF4-FFF2-40B4-BE49-F238E27FC236}">
                    <a16:creationId xmlns:a16="http://schemas.microsoft.com/office/drawing/2014/main" id="{E16017B6-9029-14C3-525D-722430C269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90" y="2739"/>
                <a:ext cx="0" cy="282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2551" name="Text Box 88">
            <a:extLst>
              <a:ext uri="{FF2B5EF4-FFF2-40B4-BE49-F238E27FC236}">
                <a16:creationId xmlns:a16="http://schemas.microsoft.com/office/drawing/2014/main" id="{D79DDFD7-E294-1867-0C69-203EFAD163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250" y="-3175"/>
            <a:ext cx="55975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(1) 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平行板电容器    </a:t>
            </a:r>
            <a:r>
              <a:rPr lang="zh-CN" altLang="en-US" sz="2400">
                <a:solidFill>
                  <a:srgbClr val="FFC000"/>
                </a:solidFill>
              </a:rPr>
              <a:t>书中例题</a:t>
            </a:r>
            <a:r>
              <a:rPr lang="en-US" altLang="zh-CN" sz="2400" b="1">
                <a:solidFill>
                  <a:srgbClr val="FFC000"/>
                </a:solidFill>
              </a:rPr>
              <a:t>8.29(P.334)</a:t>
            </a:r>
            <a:endParaRPr kumimoji="1" lang="zh-CN" altLang="en-US" sz="2400" b="1">
              <a:solidFill>
                <a:srgbClr val="FFC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2552" name="对象 124">
            <a:extLst>
              <a:ext uri="{FF2B5EF4-FFF2-40B4-BE49-F238E27FC236}">
                <a16:creationId xmlns:a16="http://schemas.microsoft.com/office/drawing/2014/main" id="{5813ABFC-C4F3-CDF2-E9FC-FF71355CAF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1282700"/>
          <a:ext cx="2085975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65200" imgH="431800" progId="Equation.DSMT4">
                  <p:embed/>
                </p:oleObj>
              </mc:Choice>
              <mc:Fallback>
                <p:oleObj name="Equation" r:id="rId14" imgW="965200" imgH="431800" progId="Equation.DSMT4">
                  <p:embed/>
                  <p:pic>
                    <p:nvPicPr>
                      <p:cNvPr id="0" name="对象 1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1282700"/>
                        <a:ext cx="2085975" cy="93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/>
      <p:bldP spid="13319" grpId="0"/>
      <p:bldP spid="13320" grpId="0" animBg="1"/>
      <p:bldP spid="13321" grpId="0" animBg="1"/>
      <p:bldP spid="13323" grpId="0" animBg="1"/>
      <p:bldP spid="13324" grpId="0" animBg="1"/>
      <p:bldP spid="13325" grpId="0"/>
      <p:bldP spid="164904" grpId="0" animBg="1"/>
      <p:bldP spid="13330" grpId="0"/>
      <p:bldP spid="1333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5890" name="Object 2">
            <a:extLst>
              <a:ext uri="{FF2B5EF4-FFF2-40B4-BE49-F238E27FC236}">
                <a16:creationId xmlns:a16="http://schemas.microsoft.com/office/drawing/2014/main" id="{853A0697-669C-C74C-B1B3-8206C8EC82BB}"/>
              </a:ext>
            </a:extLst>
          </p:cNvPr>
          <p:cNvGraphicFramePr>
            <a:graphicFrameLocks/>
          </p:cNvGraphicFramePr>
          <p:nvPr/>
        </p:nvGraphicFramePr>
        <p:xfrm>
          <a:off x="1008063" y="3527425"/>
          <a:ext cx="255428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438518" imgH="800100" progId="Equation.3">
                  <p:embed/>
                </p:oleObj>
              </mc:Choice>
              <mc:Fallback>
                <p:oleObj name="公式" r:id="rId3" imgW="2438518" imgH="800100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8063" y="3527425"/>
                        <a:ext cx="2554287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891" name="Object 3">
            <a:extLst>
              <a:ext uri="{FF2B5EF4-FFF2-40B4-BE49-F238E27FC236}">
                <a16:creationId xmlns:a16="http://schemas.microsoft.com/office/drawing/2014/main" id="{D9A670A0-0BC4-19F8-954C-B5265AEDAAD6}"/>
              </a:ext>
            </a:extLst>
          </p:cNvPr>
          <p:cNvGraphicFramePr>
            <a:graphicFrameLocks/>
          </p:cNvGraphicFramePr>
          <p:nvPr/>
        </p:nvGraphicFramePr>
        <p:xfrm>
          <a:off x="1670050" y="4805363"/>
          <a:ext cx="280352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705071" imgH="800100" progId="Equation.3">
                  <p:embed/>
                </p:oleObj>
              </mc:Choice>
              <mc:Fallback>
                <p:oleObj name="公式" r:id="rId5" imgW="2705071" imgH="800100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0050" y="4805363"/>
                        <a:ext cx="2803525" cy="9144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892" name="Object 4">
            <a:extLst>
              <a:ext uri="{FF2B5EF4-FFF2-40B4-BE49-F238E27FC236}">
                <a16:creationId xmlns:a16="http://schemas.microsoft.com/office/drawing/2014/main" id="{0ED212BE-9F9F-B70A-9C8B-A89166DEE8A2}"/>
              </a:ext>
            </a:extLst>
          </p:cNvPr>
          <p:cNvGraphicFramePr>
            <a:graphicFrameLocks/>
          </p:cNvGraphicFramePr>
          <p:nvPr/>
        </p:nvGraphicFramePr>
        <p:xfrm>
          <a:off x="3635375" y="3530600"/>
          <a:ext cx="1854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43009" imgH="800100" progId="Equation.3">
                  <p:embed/>
                </p:oleObj>
              </mc:Choice>
              <mc:Fallback>
                <p:oleObj name="Equation" r:id="rId7" imgW="1743009" imgH="800100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3530600"/>
                        <a:ext cx="18542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557" name="Group 11">
            <a:extLst>
              <a:ext uri="{FF2B5EF4-FFF2-40B4-BE49-F238E27FC236}">
                <a16:creationId xmlns:a16="http://schemas.microsoft.com/office/drawing/2014/main" id="{A3043DFC-C8F3-7D5C-705F-3FD00295528A}"/>
              </a:ext>
            </a:extLst>
          </p:cNvPr>
          <p:cNvGrpSpPr>
            <a:grpSpLocks/>
          </p:cNvGrpSpPr>
          <p:nvPr/>
        </p:nvGrpSpPr>
        <p:grpSpPr bwMode="auto">
          <a:xfrm>
            <a:off x="6372225" y="1690688"/>
            <a:ext cx="2063750" cy="3703637"/>
            <a:chOff x="4032" y="240"/>
            <a:chExt cx="1300" cy="2333"/>
          </a:xfrm>
        </p:grpSpPr>
        <p:sp>
          <p:nvSpPr>
            <p:cNvPr id="23561" name="Oval 12">
              <a:extLst>
                <a:ext uri="{FF2B5EF4-FFF2-40B4-BE49-F238E27FC236}">
                  <a16:creationId xmlns:a16="http://schemas.microsoft.com/office/drawing/2014/main" id="{D7D13332-73C2-BF28-985A-F72FF24773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5" y="1662"/>
              <a:ext cx="724" cy="173"/>
            </a:xfrm>
            <a:prstGeom prst="ellipse">
              <a:avLst/>
            </a:prstGeom>
            <a:noFill/>
            <a:ln w="28575">
              <a:solidFill>
                <a:srgbClr val="FFCC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23562" name="Group 13">
              <a:extLst>
                <a:ext uri="{FF2B5EF4-FFF2-40B4-BE49-F238E27FC236}">
                  <a16:creationId xmlns:a16="http://schemas.microsoft.com/office/drawing/2014/main" id="{C62F8072-A27C-E23C-F52E-67408E7129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01" y="1957"/>
              <a:ext cx="339" cy="616"/>
              <a:chOff x="4027" y="2985"/>
              <a:chExt cx="339" cy="616"/>
            </a:xfrm>
          </p:grpSpPr>
          <p:sp>
            <p:nvSpPr>
              <p:cNvPr id="23583" name="Line 14">
                <a:extLst>
                  <a:ext uri="{FF2B5EF4-FFF2-40B4-BE49-F238E27FC236}">
                    <a16:creationId xmlns:a16="http://schemas.microsoft.com/office/drawing/2014/main" id="{76922F9F-2565-59B8-7BF9-08CC541250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393827">
                <a:off x="4123" y="3183"/>
                <a:ext cx="374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84" name="Line 15">
                <a:extLst>
                  <a:ext uri="{FF2B5EF4-FFF2-40B4-BE49-F238E27FC236}">
                    <a16:creationId xmlns:a16="http://schemas.microsoft.com/office/drawing/2014/main" id="{A8075132-8DC6-92BD-F8BB-F4FF8521E4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4194" y="3213"/>
                <a:ext cx="0" cy="238"/>
              </a:xfrm>
              <a:prstGeom prst="line">
                <a:avLst/>
              </a:prstGeom>
              <a:noFill/>
              <a:ln w="9525">
                <a:solidFill>
                  <a:srgbClr val="FFFFFF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85" name="Rectangle 16">
                <a:extLst>
                  <a:ext uri="{FF2B5EF4-FFF2-40B4-BE49-F238E27FC236}">
                    <a16:creationId xmlns:a16="http://schemas.microsoft.com/office/drawing/2014/main" id="{C744BFF2-5D19-9D4B-B9C1-0AFFA2A1C2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27" y="3274"/>
                <a:ext cx="339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zh-CN" altLang="en-US" sz="2000" b="1">
                    <a:solidFill>
                      <a:srgbClr val="FFFF0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</a:t>
                </a:r>
                <a:r>
                  <a:rPr kumimoji="1" lang="en-US" altLang="zh-CN" sz="2800" b="1" i="1">
                    <a:solidFill>
                      <a:srgbClr val="FFFF0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u</a:t>
                </a:r>
                <a:endParaRPr kumimoji="1" lang="en-US" altLang="zh-CN" sz="2800" b="1" i="1">
                  <a:solidFill>
                    <a:srgbClr val="FFFF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586" name="Line 17">
                <a:extLst>
                  <a:ext uri="{FF2B5EF4-FFF2-40B4-BE49-F238E27FC236}">
                    <a16:creationId xmlns:a16="http://schemas.microsoft.com/office/drawing/2014/main" id="{E7B7AB6A-AFAF-B0C8-57D3-47E81DD88D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393827">
                <a:off x="3873" y="3184"/>
                <a:ext cx="397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3563" name="Line 18">
              <a:extLst>
                <a:ext uri="{FF2B5EF4-FFF2-40B4-BE49-F238E27FC236}">
                  <a16:creationId xmlns:a16="http://schemas.microsoft.com/office/drawing/2014/main" id="{4CEAF4E7-5344-BF1D-1765-1A10F63ABC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24" y="1684"/>
              <a:ext cx="2" cy="401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4" name="Oval 19">
              <a:extLst>
                <a:ext uri="{FF2B5EF4-FFF2-40B4-BE49-F238E27FC236}">
                  <a16:creationId xmlns:a16="http://schemas.microsoft.com/office/drawing/2014/main" id="{F8CD554B-6CD4-1C29-37C3-2268030659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9" y="1644"/>
              <a:ext cx="478" cy="172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565" name="Oval 20">
              <a:extLst>
                <a:ext uri="{FF2B5EF4-FFF2-40B4-BE49-F238E27FC236}">
                  <a16:creationId xmlns:a16="http://schemas.microsoft.com/office/drawing/2014/main" id="{47325E85-9159-C2CB-D9E5-60A7E66748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1993"/>
              <a:ext cx="960" cy="348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566" name="AutoShape 21">
              <a:extLst>
                <a:ext uri="{FF2B5EF4-FFF2-40B4-BE49-F238E27FC236}">
                  <a16:creationId xmlns:a16="http://schemas.microsoft.com/office/drawing/2014/main" id="{BDBA0E30-3A73-C054-1302-64D1C292C3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4" y="454"/>
              <a:ext cx="468" cy="1775"/>
            </a:xfrm>
            <a:prstGeom prst="can">
              <a:avLst>
                <a:gd name="adj" fmla="val 37822"/>
              </a:avLst>
            </a:prstGeom>
            <a:solidFill>
              <a:srgbClr val="00FFCC"/>
            </a:solidFill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 sz="2800">
                <a:solidFill>
                  <a:srgbClr val="00CC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567" name="AutoShape 22">
              <a:extLst>
                <a:ext uri="{FF2B5EF4-FFF2-40B4-BE49-F238E27FC236}">
                  <a16:creationId xmlns:a16="http://schemas.microsoft.com/office/drawing/2014/main" id="{5C7A46D6-6C70-5C27-BA93-3EC6A7D4DC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73"/>
              <a:ext cx="960" cy="1960"/>
            </a:xfrm>
            <a:prstGeom prst="can">
              <a:avLst>
                <a:gd name="adj" fmla="val 32960"/>
              </a:avLst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>
                      <a:alpha val="50195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568" name="Line 23">
              <a:extLst>
                <a:ext uri="{FF2B5EF4-FFF2-40B4-BE49-F238E27FC236}">
                  <a16:creationId xmlns:a16="http://schemas.microsoft.com/office/drawing/2014/main" id="{9C2954B8-756F-8B6F-ED8A-3AE7CC4A38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12" y="520"/>
              <a:ext cx="12" cy="1976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9" name="Oval 24">
              <a:extLst>
                <a:ext uri="{FF2B5EF4-FFF2-40B4-BE49-F238E27FC236}">
                  <a16:creationId xmlns:a16="http://schemas.microsoft.com/office/drawing/2014/main" id="{028549F8-E7DA-83EB-E34C-D02FDB1F16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4" y="378"/>
              <a:ext cx="960" cy="326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570" name="Oval 25">
              <a:extLst>
                <a:ext uri="{FF2B5EF4-FFF2-40B4-BE49-F238E27FC236}">
                  <a16:creationId xmlns:a16="http://schemas.microsoft.com/office/drawing/2014/main" id="{F9386463-BFDA-94FC-E2E8-E8CBADC4E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3" y="466"/>
              <a:ext cx="456" cy="15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571" name="Line 26">
              <a:extLst>
                <a:ext uri="{FF2B5EF4-FFF2-40B4-BE49-F238E27FC236}">
                  <a16:creationId xmlns:a16="http://schemas.microsoft.com/office/drawing/2014/main" id="{2BD8995A-8390-111B-E3D1-AAEC939F63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23" y="240"/>
              <a:ext cx="0" cy="29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2" name="Line 27">
              <a:extLst>
                <a:ext uri="{FF2B5EF4-FFF2-40B4-BE49-F238E27FC236}">
                  <a16:creationId xmlns:a16="http://schemas.microsoft.com/office/drawing/2014/main" id="{1C6F44CB-A851-BF75-61D6-82DE86C78E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9" y="1309"/>
              <a:ext cx="21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3" name="Text Box 28">
              <a:extLst>
                <a:ext uri="{FF2B5EF4-FFF2-40B4-BE49-F238E27FC236}">
                  <a16:creationId xmlns:a16="http://schemas.microsoft.com/office/drawing/2014/main" id="{27F05BE0-5395-BB53-1ADD-183DE9AE27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7" y="1301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240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3574" name="Text Box 29">
              <a:extLst>
                <a:ext uri="{FF2B5EF4-FFF2-40B4-BE49-F238E27FC236}">
                  <a16:creationId xmlns:a16="http://schemas.microsoft.com/office/drawing/2014/main" id="{BFFD41AB-AAFE-E824-ED22-1B9DC4B125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9" y="67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 b="1" i="1">
                  <a:solidFill>
                    <a:schemeClr val="bg1"/>
                  </a:solidFill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2400" baseline="-25000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grpSp>
          <p:nvGrpSpPr>
            <p:cNvPr id="23575" name="Group 30">
              <a:extLst>
                <a:ext uri="{FF2B5EF4-FFF2-40B4-BE49-F238E27FC236}">
                  <a16:creationId xmlns:a16="http://schemas.microsoft.com/office/drawing/2014/main" id="{7DA779EF-3ED8-B6E2-FB9D-9C85A54842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04" y="578"/>
              <a:ext cx="328" cy="1611"/>
              <a:chOff x="5004" y="2210"/>
              <a:chExt cx="328" cy="1611"/>
            </a:xfrm>
          </p:grpSpPr>
          <p:sp>
            <p:nvSpPr>
              <p:cNvPr id="23579" name="Line 31">
                <a:extLst>
                  <a:ext uri="{FF2B5EF4-FFF2-40B4-BE49-F238E27FC236}">
                    <a16:creationId xmlns:a16="http://schemas.microsoft.com/office/drawing/2014/main" id="{41D00F0D-40F7-83A9-A11A-55102EC558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04" y="2210"/>
                <a:ext cx="303" cy="0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prstDash val="dash"/>
                <a:round/>
                <a:headEnd type="none" w="med" len="lg"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80" name="Line 32">
                <a:extLst>
                  <a:ext uri="{FF2B5EF4-FFF2-40B4-BE49-F238E27FC236}">
                    <a16:creationId xmlns:a16="http://schemas.microsoft.com/office/drawing/2014/main" id="{B445EC13-54FD-D4B2-F09A-18737F7100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20" y="3821"/>
                <a:ext cx="311" cy="0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prstDash val="dash"/>
                <a:round/>
                <a:headEnd type="none" w="med" len="lg"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81" name="Line 33">
                <a:extLst>
                  <a:ext uri="{FF2B5EF4-FFF2-40B4-BE49-F238E27FC236}">
                    <a16:creationId xmlns:a16="http://schemas.microsoft.com/office/drawing/2014/main" id="{93CCFAC2-9995-701E-35AF-776B2B8BA5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39" y="2210"/>
                <a:ext cx="0" cy="1611"/>
              </a:xfrm>
              <a:prstGeom prst="line">
                <a:avLst/>
              </a:prstGeom>
              <a:noFill/>
              <a:ln w="28575">
                <a:solidFill>
                  <a:srgbClr val="FFFFFF"/>
                </a:solidFill>
                <a:round/>
                <a:headEnd type="triangle" w="med" len="lg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82" name="Text Box 34">
                <a:extLst>
                  <a:ext uri="{FF2B5EF4-FFF2-40B4-BE49-F238E27FC236}">
                    <a16:creationId xmlns:a16="http://schemas.microsoft.com/office/drawing/2014/main" id="{85359CF4-674C-3E9F-5D7F-70461FBDA5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63" y="2917"/>
                <a:ext cx="16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 b="1" i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l</a:t>
                </a:r>
                <a:endParaRPr kumimoji="1" lang="en-US" altLang="zh-CN" sz="2400" baseline="-25000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3576" name="AutoShape 35">
              <a:extLst>
                <a:ext uri="{FF2B5EF4-FFF2-40B4-BE49-F238E27FC236}">
                  <a16:creationId xmlns:a16="http://schemas.microsoft.com/office/drawing/2014/main" id="{852FCC0D-6C89-7075-9501-051C24B439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5" y="1004"/>
              <a:ext cx="728" cy="833"/>
            </a:xfrm>
            <a:prstGeom prst="can">
              <a:avLst>
                <a:gd name="adj" fmla="val 24447"/>
              </a:avLst>
            </a:prstGeom>
            <a:noFill/>
            <a:ln w="28575">
              <a:solidFill>
                <a:srgbClr val="FFCC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577" name="Line 36">
              <a:extLst>
                <a:ext uri="{FF2B5EF4-FFF2-40B4-BE49-F238E27FC236}">
                  <a16:creationId xmlns:a16="http://schemas.microsoft.com/office/drawing/2014/main" id="{D9E6C1F9-B75A-6E76-3B4D-D1629928E1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5" y="974"/>
              <a:ext cx="450" cy="0"/>
            </a:xfrm>
            <a:prstGeom prst="line">
              <a:avLst/>
            </a:prstGeom>
            <a:noFill/>
            <a:ln w="28575">
              <a:solidFill>
                <a:srgbClr val="00CC00"/>
              </a:solidFill>
              <a:round/>
              <a:headEnd type="none" w="sm" len="med"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3578" name="Object 37">
              <a:extLst>
                <a:ext uri="{FF2B5EF4-FFF2-40B4-BE49-F238E27FC236}">
                  <a16:creationId xmlns:a16="http://schemas.microsoft.com/office/drawing/2014/main" id="{3BC02794-5467-581A-7747-439DC5584F0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55" y="1326"/>
            <a:ext cx="2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9065" imgH="76200" progId="Equation.3">
                    <p:embed/>
                  </p:oleObj>
                </mc:Choice>
                <mc:Fallback>
                  <p:oleObj name="Equation" r:id="rId9" imgW="19065" imgH="76200" progId="Equation.3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5" y="1326"/>
                          <a:ext cx="2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558" name="Text Box 46">
            <a:extLst>
              <a:ext uri="{FF2B5EF4-FFF2-40B4-BE49-F238E27FC236}">
                <a16:creationId xmlns:a16="http://schemas.microsoft.com/office/drawing/2014/main" id="{AF70E75A-B73D-E07B-9486-508F751349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800" y="646113"/>
            <a:ext cx="568642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(3) 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柱形电容器   </a:t>
            </a:r>
            <a:r>
              <a:rPr lang="zh-CN" altLang="en-US" sz="2400">
                <a:solidFill>
                  <a:srgbClr val="FFC000"/>
                </a:solidFill>
              </a:rPr>
              <a:t>书中例题</a:t>
            </a:r>
            <a:r>
              <a:rPr lang="en-US" altLang="zh-CN" sz="2400" b="1">
                <a:solidFill>
                  <a:srgbClr val="FFC000"/>
                </a:solidFill>
              </a:rPr>
              <a:t>8.31(P.335)</a:t>
            </a:r>
            <a:endParaRPr kumimoji="1" lang="zh-CN" altLang="en-US" sz="2400" b="1">
              <a:solidFill>
                <a:srgbClr val="FFC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0" name="Object 68">
            <a:extLst>
              <a:ext uri="{FF2B5EF4-FFF2-40B4-BE49-F238E27FC236}">
                <a16:creationId xmlns:a16="http://schemas.microsoft.com/office/drawing/2014/main" id="{2BCAF3CF-24F4-CA0B-963B-42B517D25924}"/>
              </a:ext>
            </a:extLst>
          </p:cNvPr>
          <p:cNvGraphicFramePr>
            <a:graphicFrameLocks/>
          </p:cNvGraphicFramePr>
          <p:nvPr/>
        </p:nvGraphicFramePr>
        <p:xfrm>
          <a:off x="1116013" y="1238250"/>
          <a:ext cx="40878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971815" imgH="800100" progId="Equation.3">
                  <p:embed/>
                </p:oleObj>
              </mc:Choice>
              <mc:Fallback>
                <p:oleObj name="Equation" r:id="rId11" imgW="3971815" imgH="800100" progId="Equation.3">
                  <p:embed/>
                  <p:pic>
                    <p:nvPicPr>
                      <p:cNvPr id="0" name="Object 68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1238250"/>
                        <a:ext cx="40878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69">
            <a:extLst>
              <a:ext uri="{FF2B5EF4-FFF2-40B4-BE49-F238E27FC236}">
                <a16:creationId xmlns:a16="http://schemas.microsoft.com/office/drawing/2014/main" id="{DB5C96D1-CB29-EB96-4CC9-69E5D23E80C4}"/>
              </a:ext>
            </a:extLst>
          </p:cNvPr>
          <p:cNvGraphicFramePr>
            <a:graphicFrameLocks/>
          </p:cNvGraphicFramePr>
          <p:nvPr/>
        </p:nvGraphicFramePr>
        <p:xfrm>
          <a:off x="1116013" y="2263775"/>
          <a:ext cx="3911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810118" imgH="800100" progId="Equation.3">
                  <p:embed/>
                </p:oleObj>
              </mc:Choice>
              <mc:Fallback>
                <p:oleObj name="Equation" r:id="rId13" imgW="3810118" imgH="800100" progId="Equation.3">
                  <p:embed/>
                  <p:pic>
                    <p:nvPicPr>
                      <p:cNvPr id="0" name="Object 69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2263775"/>
                        <a:ext cx="39116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5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5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58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3">
            <a:extLst>
              <a:ext uri="{FF2B5EF4-FFF2-40B4-BE49-F238E27FC236}">
                <a16:creationId xmlns:a16="http://schemas.microsoft.com/office/drawing/2014/main" id="{DDA7704F-A951-3519-F721-61E2B2AB63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38" y="549275"/>
            <a:ext cx="8135937" cy="297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4" name="Picture 4">
            <a:extLst>
              <a:ext uri="{FF2B5EF4-FFF2-40B4-BE49-F238E27FC236}">
                <a16:creationId xmlns:a16="http://schemas.microsoft.com/office/drawing/2014/main" id="{1C350B56-514D-673B-87E8-75C2571311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738" y="4005263"/>
            <a:ext cx="6704012" cy="2505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3">
            <a:extLst>
              <a:ext uri="{FF2B5EF4-FFF2-40B4-BE49-F238E27FC236}">
                <a16:creationId xmlns:a16="http://schemas.microsoft.com/office/drawing/2014/main" id="{4CFDC17E-E12D-EF08-F582-A30277C64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60350"/>
            <a:ext cx="8391525" cy="612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wipe dir="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>
            <a:extLst>
              <a:ext uri="{FF2B5EF4-FFF2-40B4-BE49-F238E27FC236}">
                <a16:creationId xmlns:a16="http://schemas.microsoft.com/office/drawing/2014/main" id="{BCCD646F-6F7F-FBA5-DC72-BD2A1C6333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765175"/>
            <a:ext cx="8893175" cy="5624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6627" name="TextBox 1">
            <a:extLst>
              <a:ext uri="{FF2B5EF4-FFF2-40B4-BE49-F238E27FC236}">
                <a16:creationId xmlns:a16="http://schemas.microsoft.com/office/drawing/2014/main" id="{E4AB815A-62C4-49F3-5190-28AE2595C949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179388" y="166688"/>
            <a:ext cx="33385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chemeClr val="bg1"/>
                </a:solidFill>
              </a:rPr>
              <a:t>电容器的串联和并联</a:t>
            </a:r>
          </a:p>
        </p:txBody>
      </p:sp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>
            <a:extLst>
              <a:ext uri="{FF2B5EF4-FFF2-40B4-BE49-F238E27FC236}">
                <a16:creationId xmlns:a16="http://schemas.microsoft.com/office/drawing/2014/main" id="{92A00705-856D-D940-6F77-EAAC1D0560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3" y="333375"/>
            <a:ext cx="8575675" cy="597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>
            <a:extLst>
              <a:ext uri="{FF2B5EF4-FFF2-40B4-BE49-F238E27FC236}">
                <a16:creationId xmlns:a16="http://schemas.microsoft.com/office/drawing/2014/main" id="{C518913B-39CB-1191-65C6-C78467FFED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350" y="381000"/>
            <a:ext cx="3124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rgbClr val="FFFF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</a:rPr>
              <a:t>电容器的应用：</a:t>
            </a:r>
          </a:p>
        </p:txBody>
      </p:sp>
      <p:sp>
        <p:nvSpPr>
          <p:cNvPr id="28675" name="Text Box 3">
            <a:extLst>
              <a:ext uri="{FF2B5EF4-FFF2-40B4-BE49-F238E27FC236}">
                <a16:creationId xmlns:a16="http://schemas.microsoft.com/office/drawing/2014/main" id="{5819B310-BE65-768C-4298-6C6724E6B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079500"/>
            <a:ext cx="6035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储能、振荡、滤波、移相、旁路、耦合等。</a:t>
            </a:r>
          </a:p>
        </p:txBody>
      </p:sp>
      <p:sp>
        <p:nvSpPr>
          <p:cNvPr id="28676" name="Text Box 4">
            <a:extLst>
              <a:ext uri="{FF2B5EF4-FFF2-40B4-BE49-F238E27FC236}">
                <a16:creationId xmlns:a16="http://schemas.microsoft.com/office/drawing/2014/main" id="{FFFCF629-F240-EF1C-7372-F945A78406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350" y="1679575"/>
            <a:ext cx="3124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rgbClr val="FFFF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</a:rPr>
              <a:t>电容器的分类</a:t>
            </a:r>
          </a:p>
        </p:txBody>
      </p:sp>
      <p:sp>
        <p:nvSpPr>
          <p:cNvPr id="28677" name="Text Box 5">
            <a:extLst>
              <a:ext uri="{FF2B5EF4-FFF2-40B4-BE49-F238E27FC236}">
                <a16:creationId xmlns:a16="http://schemas.microsoft.com/office/drawing/2014/main" id="{80480886-D0ED-B61A-1C74-CB3AE5154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163" y="2251075"/>
            <a:ext cx="5305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66FF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形状：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平行板、柱形、球形电容器等</a:t>
            </a:r>
          </a:p>
        </p:txBody>
      </p:sp>
      <p:sp>
        <p:nvSpPr>
          <p:cNvPr id="28678" name="Text Box 6">
            <a:extLst>
              <a:ext uri="{FF2B5EF4-FFF2-40B4-BE49-F238E27FC236}">
                <a16:creationId xmlns:a16="http://schemas.microsoft.com/office/drawing/2014/main" id="{4289887B-FAA5-D9B1-E04F-9FBA085328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163" y="2870200"/>
            <a:ext cx="701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66FF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介质：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空气、陶瓷、涤纶、云母、电解电容器等</a:t>
            </a:r>
          </a:p>
        </p:txBody>
      </p:sp>
      <p:sp>
        <p:nvSpPr>
          <p:cNvPr id="28679" name="Rectangle 7">
            <a:extLst>
              <a:ext uri="{FF2B5EF4-FFF2-40B4-BE49-F238E27FC236}">
                <a16:creationId xmlns:a16="http://schemas.microsoft.com/office/drawing/2014/main" id="{4969A3D0-7475-9610-060B-0635E0FDF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338" y="3476625"/>
            <a:ext cx="7877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rgbClr val="66FF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用途：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储能、振荡、滤波、移相、旁路、耦合电容器等。</a:t>
            </a:r>
            <a:endParaRPr kumimoji="1" lang="zh-CN" altLang="en-US" sz="2400" b="1">
              <a:solidFill>
                <a:schemeClr val="bg1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pic>
        <p:nvPicPr>
          <p:cNvPr id="28680" name="Picture 8">
            <a:extLst>
              <a:ext uri="{FF2B5EF4-FFF2-40B4-BE49-F238E27FC236}">
                <a16:creationId xmlns:a16="http://schemas.microsoft.com/office/drawing/2014/main" id="{F1794B31-A6B8-144F-8069-6C307C7455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221163"/>
            <a:ext cx="2901950" cy="2163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962" name="Group 2">
            <a:extLst>
              <a:ext uri="{FF2B5EF4-FFF2-40B4-BE49-F238E27FC236}">
                <a16:creationId xmlns:a16="http://schemas.microsoft.com/office/drawing/2014/main" id="{91CB90CA-2946-41CF-ED94-3628A0097CE6}"/>
              </a:ext>
            </a:extLst>
          </p:cNvPr>
          <p:cNvGrpSpPr>
            <a:grpSpLocks/>
          </p:cNvGrpSpPr>
          <p:nvPr/>
        </p:nvGrpSpPr>
        <p:grpSpPr bwMode="auto">
          <a:xfrm>
            <a:off x="6480175" y="2825750"/>
            <a:ext cx="1676400" cy="3411538"/>
            <a:chOff x="3878" y="1451"/>
            <a:chExt cx="1056" cy="2149"/>
          </a:xfrm>
        </p:grpSpPr>
        <p:sp>
          <p:nvSpPr>
            <p:cNvPr id="29720" name="Rectangle 3">
              <a:extLst>
                <a:ext uri="{FF2B5EF4-FFF2-40B4-BE49-F238E27FC236}">
                  <a16:creationId xmlns:a16="http://schemas.microsoft.com/office/drawing/2014/main" id="{196EF8E6-9AA6-FCD8-54AE-E9FE50C0E4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1451"/>
              <a:ext cx="144" cy="1824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rgbClr val="66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9721" name="Text Box 4">
              <a:extLst>
                <a:ext uri="{FF2B5EF4-FFF2-40B4-BE49-F238E27FC236}">
                  <a16:creationId xmlns:a16="http://schemas.microsoft.com/office/drawing/2014/main" id="{10589EBC-A6C5-1606-B7F3-DC1766000D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8" y="3308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69696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i="1">
                  <a:solidFill>
                    <a:srgbClr val="00FF00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722" name="Text Box 5">
              <a:extLst>
                <a:ext uri="{FF2B5EF4-FFF2-40B4-BE49-F238E27FC236}">
                  <a16:creationId xmlns:a16="http://schemas.microsoft.com/office/drawing/2014/main" id="{C3AE323B-C50E-336C-574F-D4106D4371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0" y="3312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69696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i="1">
                  <a:solidFill>
                    <a:srgbClr val="00FF00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9723" name="Rectangle 6">
              <a:extLst>
                <a:ext uri="{FF2B5EF4-FFF2-40B4-BE49-F238E27FC236}">
                  <a16:creationId xmlns:a16="http://schemas.microsoft.com/office/drawing/2014/main" id="{0E8AFEF8-AD69-C258-A849-FC76B85AFB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1462"/>
              <a:ext cx="144" cy="1824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rgbClr val="66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68967" name="Text Box 7">
            <a:extLst>
              <a:ext uri="{FF2B5EF4-FFF2-40B4-BE49-F238E27FC236}">
                <a16:creationId xmlns:a16="http://schemas.microsoft.com/office/drawing/2014/main" id="{F99A7FA8-3D44-5B39-B7E8-F79E615AC2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25438"/>
            <a:ext cx="91440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00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9.8  </a:t>
            </a:r>
            <a:r>
              <a:rPr kumimoji="1" lang="zh-CN" altLang="en-US" sz="3200" b="1">
                <a:solidFill>
                  <a:srgbClr val="00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电场能量</a:t>
            </a:r>
            <a:r>
              <a:rPr kumimoji="1" lang="zh-CN" altLang="en-US" sz="2800" b="1">
                <a:solidFill>
                  <a:srgbClr val="00FF00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68968" name="Text Box 8">
            <a:extLst>
              <a:ext uri="{FF2B5EF4-FFF2-40B4-BE49-F238E27FC236}">
                <a16:creationId xmlns:a16="http://schemas.microsoft.com/office/drawing/2014/main" id="{BAF30F84-B8FF-260C-395A-57949C6062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928688"/>
            <a:ext cx="6483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</a:rPr>
              <a:t>以平行板电容器为例，来计算电场能量。</a:t>
            </a:r>
            <a:r>
              <a:rPr kumimoji="1" lang="zh-CN" altLang="en-US" sz="2800" b="1">
                <a:solidFill>
                  <a:srgbClr val="66FFFF"/>
                </a:solidFill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168969" name="Group 9">
            <a:extLst>
              <a:ext uri="{FF2B5EF4-FFF2-40B4-BE49-F238E27FC236}">
                <a16:creationId xmlns:a16="http://schemas.microsoft.com/office/drawing/2014/main" id="{5FFAF9ED-BDDC-45B1-E9FE-65AFB6BCC6DC}"/>
              </a:ext>
            </a:extLst>
          </p:cNvPr>
          <p:cNvGrpSpPr>
            <a:grpSpLocks/>
          </p:cNvGrpSpPr>
          <p:nvPr/>
        </p:nvGrpSpPr>
        <p:grpSpPr bwMode="auto">
          <a:xfrm>
            <a:off x="7812088" y="4300538"/>
            <a:ext cx="387350" cy="519112"/>
            <a:chOff x="4681" y="2356"/>
            <a:chExt cx="244" cy="327"/>
          </a:xfrm>
        </p:grpSpPr>
        <p:sp>
          <p:nvSpPr>
            <p:cNvPr id="29718" name="Oval 10">
              <a:extLst>
                <a:ext uri="{FF2B5EF4-FFF2-40B4-BE49-F238E27FC236}">
                  <a16:creationId xmlns:a16="http://schemas.microsoft.com/office/drawing/2014/main" id="{044417F8-2BC7-A3E0-1741-21798BF4C2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5" y="2442"/>
              <a:ext cx="139" cy="15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FF66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9719" name="Rectangle 11">
              <a:extLst>
                <a:ext uri="{FF2B5EF4-FFF2-40B4-BE49-F238E27FC236}">
                  <a16:creationId xmlns:a16="http://schemas.microsoft.com/office/drawing/2014/main" id="{5FB3B95E-81BD-8A82-BA5F-61EBC6D400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1" y="2356"/>
              <a:ext cx="2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</p:grpSp>
      <p:sp>
        <p:nvSpPr>
          <p:cNvPr id="168972" name="Line 12">
            <a:extLst>
              <a:ext uri="{FF2B5EF4-FFF2-40B4-BE49-F238E27FC236}">
                <a16:creationId xmlns:a16="http://schemas.microsoft.com/office/drawing/2014/main" id="{836EDB49-BC5A-2DC3-663B-4642E0FA5C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04025" y="4557713"/>
            <a:ext cx="1060450" cy="0"/>
          </a:xfrm>
          <a:prstGeom prst="line">
            <a:avLst/>
          </a:prstGeom>
          <a:noFill/>
          <a:ln w="38100">
            <a:solidFill>
              <a:srgbClr val="FFFF66"/>
            </a:solidFill>
            <a:prstDash val="dash"/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8973" name="Rectangle 13">
            <a:extLst>
              <a:ext uri="{FF2B5EF4-FFF2-40B4-BE49-F238E27FC236}">
                <a16:creationId xmlns:a16="http://schemas.microsoft.com/office/drawing/2014/main" id="{C3E04D6A-5782-5B3A-F5B4-948FEC37A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490663"/>
            <a:ext cx="7543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设在时间 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t 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内，从 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B 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板向 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A 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板迁移了电荷 </a:t>
            </a:r>
          </a:p>
        </p:txBody>
      </p:sp>
      <p:graphicFrame>
        <p:nvGraphicFramePr>
          <p:cNvPr id="168974" name="Object 14">
            <a:extLst>
              <a:ext uri="{FF2B5EF4-FFF2-40B4-BE49-F238E27FC236}">
                <a16:creationId xmlns:a16="http://schemas.microsoft.com/office/drawing/2014/main" id="{662EEB06-BFAB-2347-7D6B-436905A68D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77000" y="1447800"/>
          <a:ext cx="685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52518" imgH="85725" progId="Equation.3">
                  <p:embed/>
                </p:oleObj>
              </mc:Choice>
              <mc:Fallback>
                <p:oleObj r:id="rId2" imgW="152518" imgH="85725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1447800"/>
                        <a:ext cx="6858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75" name="Object 15">
            <a:extLst>
              <a:ext uri="{FF2B5EF4-FFF2-40B4-BE49-F238E27FC236}">
                <a16:creationId xmlns:a16="http://schemas.microsoft.com/office/drawing/2014/main" id="{CD99D021-BEF9-354C-D48B-EB6466DB33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67450" y="2316163"/>
          <a:ext cx="752475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4682" imgH="95250" progId="Equation.3">
                  <p:embed/>
                </p:oleObj>
              </mc:Choice>
              <mc:Fallback>
                <p:oleObj name="Equation" r:id="rId4" imgW="304682" imgH="9525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7450" y="2316163"/>
                        <a:ext cx="752475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76" name="Object 16">
            <a:extLst>
              <a:ext uri="{FF2B5EF4-FFF2-40B4-BE49-F238E27FC236}">
                <a16:creationId xmlns:a16="http://schemas.microsoft.com/office/drawing/2014/main" id="{FD79B95D-1828-5876-EFA8-0112C19737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21575" y="2319338"/>
          <a:ext cx="830263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4682" imgH="95250" progId="Equation.3">
                  <p:embed/>
                </p:oleObj>
              </mc:Choice>
              <mc:Fallback>
                <p:oleObj name="Equation" r:id="rId6" imgW="304682" imgH="9525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1575" y="2319338"/>
                        <a:ext cx="830263" cy="42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77" name="Object 17">
            <a:extLst>
              <a:ext uri="{FF2B5EF4-FFF2-40B4-BE49-F238E27FC236}">
                <a16:creationId xmlns:a16="http://schemas.microsoft.com/office/drawing/2014/main" id="{883E783A-5756-BE44-CA93-BFFD182A6D07}"/>
              </a:ext>
            </a:extLst>
          </p:cNvPr>
          <p:cNvGraphicFramePr>
            <a:graphicFrameLocks/>
          </p:cNvGraphicFramePr>
          <p:nvPr/>
        </p:nvGraphicFramePr>
        <p:xfrm>
          <a:off x="1752600" y="2057400"/>
          <a:ext cx="1511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19262" imgH="723900" progId="Equation.3">
                  <p:embed/>
                </p:oleObj>
              </mc:Choice>
              <mc:Fallback>
                <p:oleObj name="Equation" r:id="rId8" imgW="1419262" imgH="723900" progId="Equation.3">
                  <p:embed/>
                  <p:pic>
                    <p:nvPicPr>
                      <p:cNvPr id="0" name="Object 17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057400"/>
                        <a:ext cx="15113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8978" name="Group 18">
            <a:extLst>
              <a:ext uri="{FF2B5EF4-FFF2-40B4-BE49-F238E27FC236}">
                <a16:creationId xmlns:a16="http://schemas.microsoft.com/office/drawing/2014/main" id="{9F3CCC2B-4AC9-A4CC-2D0D-BECF28AE3858}"/>
              </a:ext>
            </a:extLst>
          </p:cNvPr>
          <p:cNvGrpSpPr>
            <a:grpSpLocks/>
          </p:cNvGrpSpPr>
          <p:nvPr/>
        </p:nvGrpSpPr>
        <p:grpSpPr bwMode="auto">
          <a:xfrm>
            <a:off x="6800850" y="3071813"/>
            <a:ext cx="1066800" cy="2438400"/>
            <a:chOff x="4080" y="1104"/>
            <a:chExt cx="672" cy="1536"/>
          </a:xfrm>
        </p:grpSpPr>
        <p:sp>
          <p:nvSpPr>
            <p:cNvPr id="29713" name="Line 19">
              <a:extLst>
                <a:ext uri="{FF2B5EF4-FFF2-40B4-BE49-F238E27FC236}">
                  <a16:creationId xmlns:a16="http://schemas.microsoft.com/office/drawing/2014/main" id="{F503F218-91B0-83AF-A151-07699789AD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1104"/>
              <a:ext cx="672" cy="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4" name="Line 20">
              <a:extLst>
                <a:ext uri="{FF2B5EF4-FFF2-40B4-BE49-F238E27FC236}">
                  <a16:creationId xmlns:a16="http://schemas.microsoft.com/office/drawing/2014/main" id="{24638787-E370-73C9-1E15-E9BD2354D1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1488"/>
              <a:ext cx="672" cy="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5" name="Line 21">
              <a:extLst>
                <a:ext uri="{FF2B5EF4-FFF2-40B4-BE49-F238E27FC236}">
                  <a16:creationId xmlns:a16="http://schemas.microsoft.com/office/drawing/2014/main" id="{6496AE6D-9524-D7FF-8C3C-345CC59F10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1872"/>
              <a:ext cx="672" cy="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6" name="Line 22">
              <a:extLst>
                <a:ext uri="{FF2B5EF4-FFF2-40B4-BE49-F238E27FC236}">
                  <a16:creationId xmlns:a16="http://schemas.microsoft.com/office/drawing/2014/main" id="{64149183-8AAD-8B41-7C47-B39FA2310F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2282"/>
              <a:ext cx="672" cy="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7" name="Line 23">
              <a:extLst>
                <a:ext uri="{FF2B5EF4-FFF2-40B4-BE49-F238E27FC236}">
                  <a16:creationId xmlns:a16="http://schemas.microsoft.com/office/drawing/2014/main" id="{B1B09B82-6AF1-563A-FC5C-C507C267F5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2640"/>
              <a:ext cx="672" cy="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8984" name="Rectangle 24">
            <a:extLst>
              <a:ext uri="{FF2B5EF4-FFF2-40B4-BE49-F238E27FC236}">
                <a16:creationId xmlns:a16="http://schemas.microsoft.com/office/drawing/2014/main" id="{03911F91-2CE6-AE68-AF5C-F7BF3EE62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350" y="3124200"/>
            <a:ext cx="541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在将 </a:t>
            </a:r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</a:rPr>
              <a:t>d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q 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从 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B 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板迁移到 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A 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板需作功 </a:t>
            </a:r>
          </a:p>
        </p:txBody>
      </p:sp>
      <p:graphicFrame>
        <p:nvGraphicFramePr>
          <p:cNvPr id="168985" name="Object 25">
            <a:extLst>
              <a:ext uri="{FF2B5EF4-FFF2-40B4-BE49-F238E27FC236}">
                <a16:creationId xmlns:a16="http://schemas.microsoft.com/office/drawing/2014/main" id="{C3F05871-3D5D-638B-A7D1-E9470AB2D296}"/>
              </a:ext>
            </a:extLst>
          </p:cNvPr>
          <p:cNvGraphicFramePr>
            <a:graphicFrameLocks/>
          </p:cNvGraphicFramePr>
          <p:nvPr/>
        </p:nvGraphicFramePr>
        <p:xfrm>
          <a:off x="1524000" y="3625850"/>
          <a:ext cx="3008313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914782" imgH="723900" progId="Equation.3">
                  <p:embed/>
                </p:oleObj>
              </mc:Choice>
              <mc:Fallback>
                <p:oleObj name="Equation" r:id="rId10" imgW="2914782" imgH="723900" progId="Equation.3">
                  <p:embed/>
                  <p:pic>
                    <p:nvPicPr>
                      <p:cNvPr id="0" name="Object 25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625850"/>
                        <a:ext cx="3008313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86" name="Object 26">
            <a:extLst>
              <a:ext uri="{FF2B5EF4-FFF2-40B4-BE49-F238E27FC236}">
                <a16:creationId xmlns:a16="http://schemas.microsoft.com/office/drawing/2014/main" id="{CEB0756F-D2BB-33FD-4813-1E450C89C79A}"/>
              </a:ext>
            </a:extLst>
          </p:cNvPr>
          <p:cNvGraphicFramePr>
            <a:graphicFrameLocks/>
          </p:cNvGraphicFramePr>
          <p:nvPr/>
        </p:nvGraphicFramePr>
        <p:xfrm>
          <a:off x="1600200" y="5410200"/>
          <a:ext cx="3822700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714794" imgH="771525" progId="Equation.3">
                  <p:embed/>
                </p:oleObj>
              </mc:Choice>
              <mc:Fallback>
                <p:oleObj name="Equation" r:id="rId12" imgW="3714794" imgH="771525" progId="Equation.3">
                  <p:embed/>
                  <p:pic>
                    <p:nvPicPr>
                      <p:cNvPr id="0" name="Object 26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5410200"/>
                        <a:ext cx="3822700" cy="874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8987" name="Text Box 27">
            <a:extLst>
              <a:ext uri="{FF2B5EF4-FFF2-40B4-BE49-F238E27FC236}">
                <a16:creationId xmlns:a16="http://schemas.microsoft.com/office/drawing/2014/main" id="{3CACEBDB-C7B0-6DFB-4E3E-D56A71321E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350" y="4724400"/>
            <a:ext cx="44719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极板上电量从 </a:t>
            </a:r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</a:rPr>
              <a:t>0 —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Q 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作的总功为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8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8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68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8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8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68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68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8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68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8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8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168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68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68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68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67" grpId="0" autoUpdateAnimBg="0"/>
      <p:bldP spid="168968" grpId="0" autoUpdateAnimBg="0"/>
      <p:bldP spid="168973" grpId="0" autoUpdateAnimBg="0"/>
      <p:bldP spid="168984" grpId="0" autoUpdateAnimBg="0"/>
      <p:bldP spid="168987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9986" name="Object 2">
            <a:extLst>
              <a:ext uri="{FF2B5EF4-FFF2-40B4-BE49-F238E27FC236}">
                <a16:creationId xmlns:a16="http://schemas.microsoft.com/office/drawing/2014/main" id="{B867C55F-96B0-6935-DF92-34AF0885869A}"/>
              </a:ext>
            </a:extLst>
          </p:cNvPr>
          <p:cNvGraphicFramePr>
            <a:graphicFrameLocks/>
          </p:cNvGraphicFramePr>
          <p:nvPr/>
        </p:nvGraphicFramePr>
        <p:xfrm>
          <a:off x="1636713" y="552450"/>
          <a:ext cx="1763712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66750" imgH="771525" progId="Equation.3">
                  <p:embed/>
                </p:oleObj>
              </mc:Choice>
              <mc:Fallback>
                <p:oleObj name="Equation" r:id="rId2" imgW="1666750" imgH="771525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6713" y="552450"/>
                        <a:ext cx="1763712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9987" name="Object 3">
            <a:extLst>
              <a:ext uri="{FF2B5EF4-FFF2-40B4-BE49-F238E27FC236}">
                <a16:creationId xmlns:a16="http://schemas.microsoft.com/office/drawing/2014/main" id="{F00B90A2-E7B4-564B-6913-8FB127773306}"/>
              </a:ext>
            </a:extLst>
          </p:cNvPr>
          <p:cNvGraphicFramePr>
            <a:graphicFrameLocks/>
          </p:cNvGraphicFramePr>
          <p:nvPr/>
        </p:nvGraphicFramePr>
        <p:xfrm>
          <a:off x="3697288" y="568325"/>
          <a:ext cx="94615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85982" imgH="295275" progId="Equation.3">
                  <p:embed/>
                </p:oleObj>
              </mc:Choice>
              <mc:Fallback>
                <p:oleObj name="Equation" r:id="rId4" imgW="1085982" imgH="295275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7288" y="568325"/>
                        <a:ext cx="946150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9988" name="Object 4">
            <a:extLst>
              <a:ext uri="{FF2B5EF4-FFF2-40B4-BE49-F238E27FC236}">
                <a16:creationId xmlns:a16="http://schemas.microsoft.com/office/drawing/2014/main" id="{971D3F6C-E14E-DD9B-2606-6847136A5E1D}"/>
              </a:ext>
            </a:extLst>
          </p:cNvPr>
          <p:cNvGraphicFramePr>
            <a:graphicFrameLocks/>
          </p:cNvGraphicFramePr>
          <p:nvPr/>
        </p:nvGraphicFramePr>
        <p:xfrm>
          <a:off x="5016500" y="590550"/>
          <a:ext cx="237490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66935" imgH="723900" progId="Equation.3">
                  <p:embed/>
                </p:oleObj>
              </mc:Choice>
              <mc:Fallback>
                <p:oleObj name="Equation" r:id="rId6" imgW="2266935" imgH="723900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0" y="590550"/>
                        <a:ext cx="2374900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989" name="Text Box 5">
            <a:extLst>
              <a:ext uri="{FF2B5EF4-FFF2-40B4-BE49-F238E27FC236}">
                <a16:creationId xmlns:a16="http://schemas.microsoft.com/office/drawing/2014/main" id="{6E2CDAD6-6771-69BA-1EBC-A2446F6180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700" y="1524000"/>
            <a:ext cx="5610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忽略边缘效应，对平行板电容器有</a:t>
            </a:r>
          </a:p>
        </p:txBody>
      </p:sp>
      <p:graphicFrame>
        <p:nvGraphicFramePr>
          <p:cNvPr id="169990" name="Object 6">
            <a:extLst>
              <a:ext uri="{FF2B5EF4-FFF2-40B4-BE49-F238E27FC236}">
                <a16:creationId xmlns:a16="http://schemas.microsoft.com/office/drawing/2014/main" id="{9EEBEA70-8BA1-BCD2-DFCC-56E9898CAFE2}"/>
              </a:ext>
            </a:extLst>
          </p:cNvPr>
          <p:cNvGraphicFramePr>
            <a:graphicFrameLocks/>
          </p:cNvGraphicFramePr>
          <p:nvPr/>
        </p:nvGraphicFramePr>
        <p:xfrm>
          <a:off x="2120900" y="2268538"/>
          <a:ext cx="1104900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09724" imgH="209550" progId="Equation.3">
                  <p:embed/>
                </p:oleObj>
              </mc:Choice>
              <mc:Fallback>
                <p:oleObj name="Equation" r:id="rId8" imgW="1009724" imgH="209550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0900" y="2268538"/>
                        <a:ext cx="1104900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9991" name="Object 7">
            <a:extLst>
              <a:ext uri="{FF2B5EF4-FFF2-40B4-BE49-F238E27FC236}">
                <a16:creationId xmlns:a16="http://schemas.microsoft.com/office/drawing/2014/main" id="{5451220A-E925-0497-51AE-A1657979EBF2}"/>
              </a:ext>
            </a:extLst>
          </p:cNvPr>
          <p:cNvGraphicFramePr>
            <a:graphicFrameLocks/>
          </p:cNvGraphicFramePr>
          <p:nvPr/>
        </p:nvGraphicFramePr>
        <p:xfrm>
          <a:off x="4421188" y="1995488"/>
          <a:ext cx="1104900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09724" imgH="723900" progId="Equation.3">
                  <p:embed/>
                </p:oleObj>
              </mc:Choice>
              <mc:Fallback>
                <p:oleObj name="Equation" r:id="rId10" imgW="1009724" imgH="723900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1188" y="1995488"/>
                        <a:ext cx="1104900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9992" name="Object 8">
            <a:extLst>
              <a:ext uri="{FF2B5EF4-FFF2-40B4-BE49-F238E27FC236}">
                <a16:creationId xmlns:a16="http://schemas.microsoft.com/office/drawing/2014/main" id="{29898FE2-DFF5-3F36-091F-AC2BED53C333}"/>
              </a:ext>
            </a:extLst>
          </p:cNvPr>
          <p:cNvGraphicFramePr>
            <a:graphicFrameLocks/>
          </p:cNvGraphicFramePr>
          <p:nvPr/>
        </p:nvGraphicFramePr>
        <p:xfrm>
          <a:off x="2097088" y="2895600"/>
          <a:ext cx="3465512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362450" imgH="723900" progId="Equation.3">
                  <p:embed/>
                </p:oleObj>
              </mc:Choice>
              <mc:Fallback>
                <p:oleObj name="Equation" r:id="rId12" imgW="3362450" imgH="723900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7088" y="2895600"/>
                        <a:ext cx="3465512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9993" name="Object 9">
            <a:extLst>
              <a:ext uri="{FF2B5EF4-FFF2-40B4-BE49-F238E27FC236}">
                <a16:creationId xmlns:a16="http://schemas.microsoft.com/office/drawing/2014/main" id="{44D2698E-8BA6-F939-E0E3-3C6AC285198A}"/>
              </a:ext>
            </a:extLst>
          </p:cNvPr>
          <p:cNvGraphicFramePr>
            <a:graphicFrameLocks/>
          </p:cNvGraphicFramePr>
          <p:nvPr/>
        </p:nvGraphicFramePr>
        <p:xfrm>
          <a:off x="2819400" y="3900488"/>
          <a:ext cx="2220913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133482" imgH="723900" progId="Equation.3">
                  <p:embed/>
                </p:oleObj>
              </mc:Choice>
              <mc:Fallback>
                <p:oleObj name="Equation" r:id="rId14" imgW="2133482" imgH="723900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900488"/>
                        <a:ext cx="2220913" cy="823912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994" name="Rectangle 10">
            <a:extLst>
              <a:ext uri="{FF2B5EF4-FFF2-40B4-BE49-F238E27FC236}">
                <a16:creationId xmlns:a16="http://schemas.microsoft.com/office/drawing/2014/main" id="{8334DF41-C3EF-1906-9C1F-7EACE5853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463" y="4064000"/>
            <a:ext cx="1416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能量密度</a:t>
            </a:r>
          </a:p>
        </p:txBody>
      </p:sp>
      <p:sp>
        <p:nvSpPr>
          <p:cNvPr id="169995" name="Text Box 11">
            <a:extLst>
              <a:ext uri="{FF2B5EF4-FFF2-40B4-BE49-F238E27FC236}">
                <a16:creationId xmlns:a16="http://schemas.microsoft.com/office/drawing/2014/main" id="{542A6982-5A0B-0450-A055-7AE89642B6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350" y="4914900"/>
            <a:ext cx="203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不均匀电场中</a:t>
            </a:r>
          </a:p>
        </p:txBody>
      </p:sp>
      <p:graphicFrame>
        <p:nvGraphicFramePr>
          <p:cNvPr id="169996" name="Object 12">
            <a:extLst>
              <a:ext uri="{FF2B5EF4-FFF2-40B4-BE49-F238E27FC236}">
                <a16:creationId xmlns:a16="http://schemas.microsoft.com/office/drawing/2014/main" id="{BA1FD79D-AAA1-69CF-5CEA-FD78613CD2B5}"/>
              </a:ext>
            </a:extLst>
          </p:cNvPr>
          <p:cNvGraphicFramePr>
            <a:graphicFrameLocks/>
          </p:cNvGraphicFramePr>
          <p:nvPr/>
        </p:nvGraphicFramePr>
        <p:xfrm>
          <a:off x="3319463" y="4997450"/>
          <a:ext cx="161290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505053" imgH="209550" progId="Equation.3">
                  <p:embed/>
                </p:oleObj>
              </mc:Choice>
              <mc:Fallback>
                <p:oleObj name="Equation" r:id="rId16" imgW="1505053" imgH="209550" progId="Equation.3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9463" y="4997450"/>
                        <a:ext cx="1612900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997" name="AutoShape 13">
            <a:extLst>
              <a:ext uri="{FF2B5EF4-FFF2-40B4-BE49-F238E27FC236}">
                <a16:creationId xmlns:a16="http://schemas.microsoft.com/office/drawing/2014/main" id="{B6198D36-814B-A7E8-1E31-8859FD2FA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1100" y="952500"/>
            <a:ext cx="990600" cy="179388"/>
          </a:xfrm>
          <a:prstGeom prst="rightArrow">
            <a:avLst>
              <a:gd name="adj1" fmla="val 50000"/>
              <a:gd name="adj2" fmla="val 138053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69998" name="Object 14">
            <a:extLst>
              <a:ext uri="{FF2B5EF4-FFF2-40B4-BE49-F238E27FC236}">
                <a16:creationId xmlns:a16="http://schemas.microsoft.com/office/drawing/2014/main" id="{5CB625B1-DB90-FE24-7E5F-8C66B089638C}"/>
              </a:ext>
            </a:extLst>
          </p:cNvPr>
          <p:cNvGraphicFramePr>
            <a:graphicFrameLocks/>
          </p:cNvGraphicFramePr>
          <p:nvPr/>
        </p:nvGraphicFramePr>
        <p:xfrm>
          <a:off x="2325688" y="5543550"/>
          <a:ext cx="3465512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362450" imgH="723900" progId="Equation.3">
                  <p:embed/>
                </p:oleObj>
              </mc:Choice>
              <mc:Fallback>
                <p:oleObj name="Equation" r:id="rId18" imgW="3362450" imgH="723900" progId="Equation.3">
                  <p:embed/>
                  <p:pic>
                    <p:nvPicPr>
                      <p:cNvPr id="0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5688" y="5543550"/>
                        <a:ext cx="3465512" cy="8239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999" name="Text Box 15">
            <a:extLst>
              <a:ext uri="{FF2B5EF4-FFF2-40B4-BE49-F238E27FC236}">
                <a16:creationId xmlns:a16="http://schemas.microsoft.com/office/drawing/2014/main" id="{117EFB75-06FD-6A8B-9A67-8E58C125AC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4149725"/>
            <a:ext cx="2484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（</a:t>
            </a:r>
            <a:r>
              <a:rPr lang="zh-CN" altLang="en-US" sz="2000" b="1">
                <a:solidFill>
                  <a:schemeClr val="bg1"/>
                </a:solidFill>
                <a:ea typeface="楷体_GB2312" panose="02010609030101010101" pitchFamily="49" charset="-122"/>
              </a:rPr>
              <a:t>适用于所有电场</a:t>
            </a:r>
            <a:r>
              <a:rPr lang="zh-CN" altLang="en-US" sz="2000" b="1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）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9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9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9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9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9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9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9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9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9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9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9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9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9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69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9" grpId="0" autoUpdateAnimBg="0"/>
      <p:bldP spid="169994" grpId="0" autoUpdateAnimBg="0"/>
      <p:bldP spid="169995" grpId="0" autoUpdateAnimBg="0"/>
      <p:bldP spid="169997" grpId="0" animBg="1"/>
      <p:bldP spid="16999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6">
            <a:extLst>
              <a:ext uri="{FF2B5EF4-FFF2-40B4-BE49-F238E27FC236}">
                <a16:creationId xmlns:a16="http://schemas.microsoft.com/office/drawing/2014/main" id="{6A842E44-5255-D269-B6FA-8808DF4840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463"/>
            <a:ext cx="4981575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507" name="Picture 34">
            <a:extLst>
              <a:ext uri="{FF2B5EF4-FFF2-40B4-BE49-F238E27FC236}">
                <a16:creationId xmlns:a16="http://schemas.microsoft.com/office/drawing/2014/main" id="{92EA3830-BD53-0CEA-E7C7-CD6F23F1A0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63" y="3306763"/>
            <a:ext cx="5335587" cy="3524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508" name="Picture 35">
            <a:extLst>
              <a:ext uri="{FF2B5EF4-FFF2-40B4-BE49-F238E27FC236}">
                <a16:creationId xmlns:a16="http://schemas.microsoft.com/office/drawing/2014/main" id="{6448A44A-5B9A-9050-D192-45836DF2F3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1463" y="5173663"/>
            <a:ext cx="5048250" cy="165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749" name="TextBox 1">
            <a:extLst>
              <a:ext uri="{FF2B5EF4-FFF2-40B4-BE49-F238E27FC236}">
                <a16:creationId xmlns:a16="http://schemas.microsoft.com/office/drawing/2014/main" id="{F36B2B04-02B3-3F79-3F5A-C9BA41C79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3263" y="17463"/>
            <a:ext cx="803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FF0000"/>
                </a:solidFill>
              </a:rPr>
              <a:t>重点</a:t>
            </a:r>
          </a:p>
        </p:txBody>
      </p:sp>
      <p:pic>
        <p:nvPicPr>
          <p:cNvPr id="31750" name="Picture 7">
            <a:extLst>
              <a:ext uri="{FF2B5EF4-FFF2-40B4-BE49-F238E27FC236}">
                <a16:creationId xmlns:a16="http://schemas.microsoft.com/office/drawing/2014/main" id="{DA37C639-1ACC-8A9F-8AF6-B02FAAFC7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00" y="0"/>
            <a:ext cx="3095625" cy="319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512" name="Picture 8">
            <a:extLst>
              <a:ext uri="{FF2B5EF4-FFF2-40B4-BE49-F238E27FC236}">
                <a16:creationId xmlns:a16="http://schemas.microsoft.com/office/drawing/2014/main" id="{5CDEDBD0-25F7-0AAF-97AD-9672DD9027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63" y="1839913"/>
            <a:ext cx="4219575" cy="146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4">
            <a:extLst>
              <a:ext uri="{FF2B5EF4-FFF2-40B4-BE49-F238E27FC236}">
                <a16:creationId xmlns:a16="http://schemas.microsoft.com/office/drawing/2014/main" id="{10FE2716-658C-BEA5-D633-7AD4476925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52400"/>
            <a:ext cx="4667250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2771" name="TextBox 2">
            <a:extLst>
              <a:ext uri="{FF2B5EF4-FFF2-40B4-BE49-F238E27FC236}">
                <a16:creationId xmlns:a16="http://schemas.microsoft.com/office/drawing/2014/main" id="{9C9E5BA8-2263-A65A-1542-A8C03468FD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117475"/>
            <a:ext cx="8032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FF0000"/>
                </a:solidFill>
              </a:rPr>
              <a:t>重点</a:t>
            </a:r>
          </a:p>
        </p:txBody>
      </p:sp>
      <p:pic>
        <p:nvPicPr>
          <p:cNvPr id="32772" name="Picture 5">
            <a:extLst>
              <a:ext uri="{FF2B5EF4-FFF2-40B4-BE49-F238E27FC236}">
                <a16:creationId xmlns:a16="http://schemas.microsoft.com/office/drawing/2014/main" id="{773B384B-3A5D-03B8-14E0-843DE36B0B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47663"/>
            <a:ext cx="2047875" cy="273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34" name="Picture 6">
            <a:extLst>
              <a:ext uri="{FF2B5EF4-FFF2-40B4-BE49-F238E27FC236}">
                <a16:creationId xmlns:a16="http://schemas.microsoft.com/office/drawing/2014/main" id="{EFA956D1-D504-58FC-D872-DB0D61A4C3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414713"/>
            <a:ext cx="4514850" cy="323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>
            <a:extLst>
              <a:ext uri="{FF2B5EF4-FFF2-40B4-BE49-F238E27FC236}">
                <a16:creationId xmlns:a16="http://schemas.microsoft.com/office/drawing/2014/main" id="{A70EA801-61D9-68D1-48AA-891D085F87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725" y="612775"/>
            <a:ext cx="7419975" cy="5048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795" name="Picture 3">
            <a:extLst>
              <a:ext uri="{FF2B5EF4-FFF2-40B4-BE49-F238E27FC236}">
                <a16:creationId xmlns:a16="http://schemas.microsoft.com/office/drawing/2014/main" id="{B6B421A2-E142-49AE-FB9E-BB4FB0A958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125" y="1539875"/>
            <a:ext cx="2343150" cy="320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wipe dir="d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>
            <a:extLst>
              <a:ext uri="{FF2B5EF4-FFF2-40B4-BE49-F238E27FC236}">
                <a16:creationId xmlns:a16="http://schemas.microsoft.com/office/drawing/2014/main" id="{CBB7D49A-A815-10C4-F20F-C525CF2786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-11113"/>
            <a:ext cx="6696075" cy="2290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579" name="Picture 3">
            <a:extLst>
              <a:ext uri="{FF2B5EF4-FFF2-40B4-BE49-F238E27FC236}">
                <a16:creationId xmlns:a16="http://schemas.microsoft.com/office/drawing/2014/main" id="{54FE17E5-0FB8-FFB0-0118-12A12FE75E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2289175"/>
            <a:ext cx="6505575" cy="456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1192</TotalTime>
  <Words>1070</Words>
  <Application>Microsoft Office PowerPoint</Application>
  <PresentationFormat>全屏显示(4:3)</PresentationFormat>
  <Paragraphs>202</Paragraphs>
  <Slides>33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33</vt:i4>
      </vt:variant>
    </vt:vector>
  </HeadingPairs>
  <TitlesOfParts>
    <vt:vector size="49" baseType="lpstr">
      <vt:lpstr>Arial</vt:lpstr>
      <vt:lpstr>宋体</vt:lpstr>
      <vt:lpstr>Times New Roman</vt:lpstr>
      <vt:lpstr>等线</vt:lpstr>
      <vt:lpstr>黑体</vt:lpstr>
      <vt:lpstr>华文中宋</vt:lpstr>
      <vt:lpstr>Symbol</vt:lpstr>
      <vt:lpstr>仿宋_GB2312</vt:lpstr>
      <vt:lpstr>MT Extra</vt:lpstr>
      <vt:lpstr>Wingdings</vt:lpstr>
      <vt:lpstr>楷体_GB2312</vt:lpstr>
      <vt:lpstr>Bookman Old Style</vt:lpstr>
      <vt:lpstr>1_默认设计模板</vt:lpstr>
      <vt:lpstr>Microsoft 公式 3.0</vt:lpstr>
      <vt:lpstr>Microsoft Equation 3.0</vt:lpstr>
      <vt:lpstr>MathType 6.0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xjtu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大学物理电子教案</dc:title>
  <dc:subject>CH1-1</dc:subject>
  <dc:creator>喻有理</dc:creator>
  <cp:lastModifiedBy>LuoXiaoguang</cp:lastModifiedBy>
  <cp:revision>123</cp:revision>
  <dcterms:created xsi:type="dcterms:W3CDTF">2002-06-18T00:43:24Z</dcterms:created>
  <dcterms:modified xsi:type="dcterms:W3CDTF">2026-03-05T00:11:27Z</dcterms:modified>
</cp:coreProperties>
</file>